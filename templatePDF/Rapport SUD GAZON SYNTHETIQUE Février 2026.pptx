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9.jp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23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.png"/><Relationship Id="rId11" Type="http://schemas.openxmlformats.org/officeDocument/2006/relationships/image" Target="../media/image11.png"/><Relationship Id="rId10" Type="http://schemas.openxmlformats.org/officeDocument/2006/relationships/image" Target="../media/image6.png"/><Relationship Id="rId9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2.png"/><Relationship Id="rId11" Type="http://schemas.openxmlformats.org/officeDocument/2006/relationships/image" Target="../media/image11.png"/><Relationship Id="rId10" Type="http://schemas.openxmlformats.org/officeDocument/2006/relationships/image" Target="../media/image19.png"/><Relationship Id="rId9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0.png"/><Relationship Id="rId7" Type="http://schemas.openxmlformats.org/officeDocument/2006/relationships/image" Target="../media/image4.png"/><Relationship Id="rId8" Type="http://schemas.openxmlformats.org/officeDocument/2006/relationships/hyperlink" Target="https://docs.google.com/spreadsheets/d/1JUTWFvwhj3C72Zpk9hcjz3PUD1pxOD9TewcH-9aeNTs/edit?gid=273987148#gid=273987148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SUD GAZON SYNTHETIQUE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2292031" y="3891555"/>
            <a:ext cx="6503792" cy="867262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2292031" y="5501223"/>
            <a:ext cx="6503792" cy="840369"/>
            <a:chOff x="0" y="-38100"/>
            <a:chExt cx="4607064" cy="595289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4"/>
          <p:cNvSpPr/>
          <p:nvPr/>
        </p:nvSpPr>
        <p:spPr>
          <a:xfrm>
            <a:off x="2785504" y="4081314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4"/>
          <p:cNvSpPr/>
          <p:nvPr/>
        </p:nvSpPr>
        <p:spPr>
          <a:xfrm>
            <a:off x="3024634" y="5577843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4"/>
          <p:cNvSpPr txBox="1"/>
          <p:nvPr/>
        </p:nvSpPr>
        <p:spPr>
          <a:xfrm>
            <a:off x="3388186" y="4120887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3388170" y="5777939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/>
          </a:p>
        </p:txBody>
      </p:sp>
      <p:grpSp>
        <p:nvGrpSpPr>
          <p:cNvPr id="113" name="Google Shape;113;p14"/>
          <p:cNvGrpSpPr/>
          <p:nvPr/>
        </p:nvGrpSpPr>
        <p:grpSpPr>
          <a:xfrm>
            <a:off x="2169684" y="7043709"/>
            <a:ext cx="6456339" cy="860935"/>
            <a:chOff x="0" y="-57150"/>
            <a:chExt cx="4607064" cy="614339"/>
          </a:xfrm>
        </p:grpSpPr>
        <p:sp>
          <p:nvSpPr>
            <p:cNvPr id="114" name="Google Shape;11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15" name="Google Shape;115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4"/>
          <p:cNvSpPr/>
          <p:nvPr/>
        </p:nvSpPr>
        <p:spPr>
          <a:xfrm>
            <a:off x="2785504" y="720246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4"/>
          <p:cNvSpPr txBox="1"/>
          <p:nvPr/>
        </p:nvSpPr>
        <p:spPr>
          <a:xfrm>
            <a:off x="3134710" y="7279561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0" name="Google Shape;120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21" name="Google Shape;121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22" name="Google Shape;122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24" name="Google Shape;124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25" name="Google Shape;125;p14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6" name="Google Shape;126;p14"/>
          <p:cNvSpPr txBox="1"/>
          <p:nvPr/>
        </p:nvSpPr>
        <p:spPr>
          <a:xfrm>
            <a:off x="13998075" y="5573050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3 040,43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3919700" y="7139050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803,22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3919700" y="4027300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301 825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3929751" y="2545700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9303225" y="2545700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9293200" y="5573050"/>
            <a:ext cx="32733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3 174,82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9293200" y="7139050"/>
            <a:ext cx="32733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743,73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9293200" y="4027300"/>
            <a:ext cx="32733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342 937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3" name="Google Shape;143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4" name="Google Shape;144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45" name="Google Shape;145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47" name="Google Shape;14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48" name="Google Shape;148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50" name="Google Shape;150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1" name="Google Shape;151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53" name="Google Shape;153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4" name="Google Shape;154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5"/>
          <p:cNvSpPr/>
          <p:nvPr/>
        </p:nvSpPr>
        <p:spPr>
          <a:xfrm>
            <a:off x="3943095" y="483679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5"/>
          <p:cNvSpPr/>
          <p:nvPr/>
        </p:nvSpPr>
        <p:spPr>
          <a:xfrm>
            <a:off x="3380537" y="35461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15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3540120" y="8850072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/>
          </a:p>
        </p:txBody>
      </p:sp>
      <p:grpSp>
        <p:nvGrpSpPr>
          <p:cNvPr id="160" name="Google Shape;160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61" name="Google Shape;16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2" name="Google Shape;16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64" name="Google Shape;164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5" name="Google Shape;165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5"/>
          <p:cNvSpPr txBox="1"/>
          <p:nvPr/>
        </p:nvSpPr>
        <p:spPr>
          <a:xfrm>
            <a:off x="13272075" y="33842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167 427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13272075" y="4638350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4 649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13272075" y="8615675"/>
            <a:ext cx="4234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3 040,43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13272075" y="72643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0,65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13271950" y="5988500"/>
            <a:ext cx="4234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1.72%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9499325" y="34169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231 888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9499325" y="46383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6 041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9531125" y="8615675"/>
            <a:ext cx="29748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3 174,82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9651736" y="7264316"/>
            <a:ext cx="28542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0,53 €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9651725" y="5988500"/>
            <a:ext cx="2854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1.52%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9" name="Google Shape;179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80" name="Google Shape;180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81" name="Google Shape;181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15"/>
          <p:cNvSpPr/>
          <p:nvPr/>
        </p:nvSpPr>
        <p:spPr>
          <a:xfrm>
            <a:off x="375874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5"/>
          <p:cNvSpPr txBox="1"/>
          <p:nvPr/>
        </p:nvSpPr>
        <p:spPr>
          <a:xfrm>
            <a:off x="3689920" y="6089968"/>
            <a:ext cx="4872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6" name="Google Shape;186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05725" y="73270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93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/>
          <p:nvPr/>
        </p:nvSpPr>
        <p:spPr>
          <a:xfrm>
            <a:off x="-31750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96" name="Google Shape;196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97" name="Google Shape;197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16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16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202" name="Google Shape;20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03" name="Google Shape;203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16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205" name="Google Shape;20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06" name="Google Shape;206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6"/>
          <p:cNvSpPr/>
          <p:nvPr/>
        </p:nvSpPr>
        <p:spPr>
          <a:xfrm>
            <a:off x="4086333" y="48445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6"/>
          <p:cNvSpPr/>
          <p:nvPr/>
        </p:nvSpPr>
        <p:spPr>
          <a:xfrm>
            <a:off x="3548387" y="35616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6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3540120" y="888851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grpSp>
        <p:nvGrpSpPr>
          <p:cNvPr id="212" name="Google Shape;212;p16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14" name="Google Shape;214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16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16" name="Google Shape;216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7" name="Google Shape;217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18" name="Google Shape;218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134 398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3 571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3314025" y="8646925"/>
            <a:ext cx="3817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803,22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0,47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2,66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9505650" y="337322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111 049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>
            <a:off x="9505650" y="459460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1 896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9505650" y="8646925"/>
            <a:ext cx="30066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743,73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9" name="Google Shape;229;p16"/>
          <p:cNvSpPr txBox="1"/>
          <p:nvPr/>
        </p:nvSpPr>
        <p:spPr>
          <a:xfrm>
            <a:off x="9505650" y="722057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0,66 €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9505650" y="594475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1,71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31" name="Google Shape;231;p16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232" name="Google Shape;23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33" name="Google Shape;233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16"/>
          <p:cNvSpPr/>
          <p:nvPr/>
        </p:nvSpPr>
        <p:spPr>
          <a:xfrm>
            <a:off x="390199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6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36" name="Google Shape;236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6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39" name="Google Shape;239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48975" y="73389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51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51" name="Google Shape;251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17"/>
          <p:cNvSpPr txBox="1"/>
          <p:nvPr/>
        </p:nvSpPr>
        <p:spPr>
          <a:xfrm>
            <a:off x="10128810" y="3576479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13921394" y="298087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10113026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255" name="Google Shape;255;p17"/>
          <p:cNvSpPr/>
          <p:nvPr/>
        </p:nvSpPr>
        <p:spPr>
          <a:xfrm>
            <a:off x="2667449" y="5224658"/>
            <a:ext cx="6760866" cy="817675"/>
          </a:xfrm>
          <a:custGeom>
            <a:rect b="b" l="l" r="r" t="t"/>
            <a:pathLst>
              <a:path extrusionOk="0" h="557189" w="4607064">
                <a:moveTo>
                  <a:pt x="0" y="0"/>
                </a:moveTo>
                <a:lnTo>
                  <a:pt x="4403864" y="0"/>
                </a:lnTo>
                <a:lnTo>
                  <a:pt x="4607064" y="278595"/>
                </a:lnTo>
                <a:lnTo>
                  <a:pt x="4403864" y="557189"/>
                </a:lnTo>
                <a:lnTo>
                  <a:pt x="0" y="557189"/>
                </a:lnTo>
                <a:lnTo>
                  <a:pt x="203200" y="278595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>
            <a:noFill/>
          </a:ln>
        </p:spPr>
      </p:sp>
      <p:sp>
        <p:nvSpPr>
          <p:cNvPr id="256" name="Google Shape;256;p17"/>
          <p:cNvSpPr/>
          <p:nvPr/>
        </p:nvSpPr>
        <p:spPr>
          <a:xfrm>
            <a:off x="3870536" y="527439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7"/>
          <p:cNvSpPr txBox="1"/>
          <p:nvPr/>
        </p:nvSpPr>
        <p:spPr>
          <a:xfrm>
            <a:off x="3870523" y="542443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Qualifié</a:t>
            </a:r>
            <a:endParaRPr/>
          </a:p>
        </p:txBody>
      </p:sp>
      <p:sp>
        <p:nvSpPr>
          <p:cNvPr id="258" name="Google Shape;258;p17"/>
          <p:cNvSpPr/>
          <p:nvPr/>
        </p:nvSpPr>
        <p:spPr>
          <a:xfrm>
            <a:off x="2698651" y="6487656"/>
            <a:ext cx="6461407" cy="781458"/>
          </a:xfrm>
          <a:custGeom>
            <a:rect b="b" l="l" r="r" t="t"/>
            <a:pathLst>
              <a:path extrusionOk="0" h="557189" w="4607064">
                <a:moveTo>
                  <a:pt x="0" y="0"/>
                </a:moveTo>
                <a:lnTo>
                  <a:pt x="4403864" y="0"/>
                </a:lnTo>
                <a:lnTo>
                  <a:pt x="4607064" y="278595"/>
                </a:lnTo>
                <a:lnTo>
                  <a:pt x="4403864" y="557189"/>
                </a:lnTo>
                <a:lnTo>
                  <a:pt x="0" y="557189"/>
                </a:lnTo>
                <a:lnTo>
                  <a:pt x="203200" y="278595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</p:sp>
      <p:sp>
        <p:nvSpPr>
          <p:cNvPr id="259" name="Google Shape;259;p17"/>
          <p:cNvSpPr txBox="1"/>
          <p:nvPr/>
        </p:nvSpPr>
        <p:spPr>
          <a:xfrm>
            <a:off x="3870526" y="670654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Proposition</a:t>
            </a:r>
            <a:endParaRPr/>
          </a:p>
        </p:txBody>
      </p:sp>
      <p:cxnSp>
        <p:nvCxnSpPr>
          <p:cNvPr id="260" name="Google Shape;260;p17"/>
          <p:cNvCxnSpPr/>
          <p:nvPr/>
        </p:nvCxnSpPr>
        <p:spPr>
          <a:xfrm rot="10800000">
            <a:off x="13180700" y="3172225"/>
            <a:ext cx="52200" cy="51771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1" name="Google Shape;261;p17"/>
          <p:cNvSpPr txBox="1"/>
          <p:nvPr/>
        </p:nvSpPr>
        <p:spPr>
          <a:xfrm>
            <a:off x="13576300" y="6431863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14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9882725" y="4044975"/>
            <a:ext cx="31332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101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3" name="Google Shape;263;p17"/>
          <p:cNvSpPr txBox="1"/>
          <p:nvPr/>
        </p:nvSpPr>
        <p:spPr>
          <a:xfrm>
            <a:off x="9896163" y="6434275"/>
            <a:ext cx="31332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16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4123085" y="6667642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17"/>
          <p:cNvSpPr txBox="1"/>
          <p:nvPr/>
        </p:nvSpPr>
        <p:spPr>
          <a:xfrm>
            <a:off x="3183150" y="8792700"/>
            <a:ext cx="97806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Pour voir le détail en temps réel, cliquez ici : </a:t>
            </a:r>
            <a:r>
              <a:rPr b="1" lang="en-US" sz="2386" u="sng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SudGazon Leads</a:t>
            </a:r>
            <a:endParaRPr sz="1100" u="sng">
              <a:solidFill>
                <a:srgbClr val="3838E3"/>
              </a:solidFill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2409961" y="3959108"/>
            <a:ext cx="6760866" cy="817675"/>
          </a:xfrm>
          <a:custGeom>
            <a:rect b="b" l="l" r="r" t="t"/>
            <a:pathLst>
              <a:path extrusionOk="0" h="557189" w="4607064">
                <a:moveTo>
                  <a:pt x="0" y="0"/>
                </a:moveTo>
                <a:lnTo>
                  <a:pt x="4403864" y="0"/>
                </a:lnTo>
                <a:lnTo>
                  <a:pt x="4607064" y="278595"/>
                </a:lnTo>
                <a:lnTo>
                  <a:pt x="4403864" y="557189"/>
                </a:lnTo>
                <a:lnTo>
                  <a:pt x="0" y="557189"/>
                </a:lnTo>
                <a:lnTo>
                  <a:pt x="203200" y="278595"/>
                </a:lnTo>
                <a:lnTo>
                  <a:pt x="0" y="0"/>
                </a:ln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267" name="Google Shape;267;p17"/>
          <p:cNvSpPr/>
          <p:nvPr/>
        </p:nvSpPr>
        <p:spPr>
          <a:xfrm>
            <a:off x="3870536" y="4114506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17"/>
          <p:cNvSpPr txBox="1"/>
          <p:nvPr/>
        </p:nvSpPr>
        <p:spPr>
          <a:xfrm>
            <a:off x="3637698" y="4144869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</a:t>
            </a:r>
            <a:endParaRPr/>
          </a:p>
        </p:txBody>
      </p:sp>
      <p:sp>
        <p:nvSpPr>
          <p:cNvPr id="269" name="Google Shape;269;p17"/>
          <p:cNvSpPr txBox="1"/>
          <p:nvPr/>
        </p:nvSpPr>
        <p:spPr>
          <a:xfrm>
            <a:off x="9846325" y="5110863"/>
            <a:ext cx="31332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68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0" name="Google Shape;270;p17"/>
          <p:cNvSpPr txBox="1"/>
          <p:nvPr/>
        </p:nvSpPr>
        <p:spPr>
          <a:xfrm>
            <a:off x="13576300" y="5218763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59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17"/>
          <p:cNvSpPr txBox="1"/>
          <p:nvPr/>
        </p:nvSpPr>
        <p:spPr>
          <a:xfrm>
            <a:off x="13576300" y="4005675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132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9" name="Google Shape;279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80" name="Google Shape;280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81" name="Google Shape;281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