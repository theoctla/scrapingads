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Anton"/>
      <p:regular r:id="rId15"/>
    </p:embeddedFont>
    <p:embeddedFont>
      <p:font typeface="Poppins"/>
      <p:bold r:id="rId16"/>
      <p:boldItalic r:id="rId17"/>
    </p:embeddedFont>
    <p:embeddedFont>
      <p:font typeface="Allerta Stencil"/>
      <p:regular r:id="rId18"/>
    </p:embeddedFont>
    <p:embeddedFont>
      <p:font typeface="DM Sans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nton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bold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.fntdata"/><Relationship Id="rId6" Type="http://schemas.openxmlformats.org/officeDocument/2006/relationships/slide" Target="slides/slide1.xml"/><Relationship Id="rId18" Type="http://schemas.openxmlformats.org/officeDocument/2006/relationships/font" Target="fonts/AllertaStencil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56f6dbf6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b56f6dbf66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7.png"/><Relationship Id="rId4" Type="http://schemas.openxmlformats.org/officeDocument/2006/relationships/image" Target="../media/image5.jp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8.png"/><Relationship Id="rId8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10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8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11" Type="http://schemas.openxmlformats.org/officeDocument/2006/relationships/image" Target="../media/image30.png"/><Relationship Id="rId10" Type="http://schemas.openxmlformats.org/officeDocument/2006/relationships/image" Target="../media/image33.png"/><Relationship Id="rId12" Type="http://schemas.openxmlformats.org/officeDocument/2006/relationships/image" Target="../media/image28.png"/><Relationship Id="rId9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32.png"/><Relationship Id="rId7" Type="http://schemas.openxmlformats.org/officeDocument/2006/relationships/image" Target="../media/image35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10" Type="http://schemas.openxmlformats.org/officeDocument/2006/relationships/image" Target="../media/image9.png"/><Relationship Id="rId9" Type="http://schemas.openxmlformats.org/officeDocument/2006/relationships/image" Target="../media/image19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8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10" Type="http://schemas.openxmlformats.org/officeDocument/2006/relationships/image" Target="../media/image31.png"/><Relationship Id="rId9" Type="http://schemas.openxmlformats.org/officeDocument/2006/relationships/image" Target="../media/image36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8.png"/><Relationship Id="rId7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{{Client}}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{{Mois}}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{{allclics}}</a:t>
            </a:r>
            <a:endParaRPr sz="1262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{{diff_all}}</a:t>
            </a:r>
            <a:endParaRPr sz="1262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{{diff_last}}</a:t>
            </a:r>
            <a:endParaRPr sz="1262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{{iti}}</a:t>
            </a:r>
            <a:endParaRPr sz="1262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{{itiLast}}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{{appel}}</a:t>
            </a:r>
            <a:endParaRPr sz="1262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{{appelLast}}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{{imprG}}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{{searchG}}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{{coutG}}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{{cpcG}}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{{imprGlast}}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{{searchGlast}}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{{coutGlast}}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{{cpcGlast}}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{{clicPM}}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{{clicPMLast}}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16"/>
          <p:cNvSpPr/>
          <p:nvPr/>
        </p:nvSpPr>
        <p:spPr>
          <a:xfrm>
            <a:off x="3228899" y="566738"/>
            <a:ext cx="2296566" cy="1723751"/>
          </a:xfrm>
          <a:custGeom>
            <a:rect b="b" l="l" r="r" t="t"/>
            <a:pathLst>
              <a:path extrusionOk="0" h="1723751" w="2296566">
                <a:moveTo>
                  <a:pt x="0" y="0"/>
                </a:moveTo>
                <a:lnTo>
                  <a:pt x="2296567" y="0"/>
                </a:lnTo>
                <a:lnTo>
                  <a:pt x="2296567" y="1723750"/>
                </a:lnTo>
                <a:lnTo>
                  <a:pt x="0" y="1723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6"/>
          <p:cNvSpPr txBox="1"/>
          <p:nvPr/>
        </p:nvSpPr>
        <p:spPr>
          <a:xfrm>
            <a:off x="5130492" y="966650"/>
            <a:ext cx="943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DÉTAILS GOOGLE ADS</a:t>
            </a:r>
            <a:endParaRPr/>
          </a:p>
        </p:txBody>
      </p:sp>
      <p:grpSp>
        <p:nvGrpSpPr>
          <p:cNvPr id="205" name="Google Shape;205;p16"/>
          <p:cNvGrpSpPr/>
          <p:nvPr/>
        </p:nvGrpSpPr>
        <p:grpSpPr>
          <a:xfrm>
            <a:off x="947550" y="2925200"/>
            <a:ext cx="6710189" cy="728158"/>
            <a:chOff x="0" y="-38100"/>
            <a:chExt cx="4607064" cy="595289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07" name="Google Shape;207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947550" y="3946149"/>
            <a:ext cx="6710189" cy="728158"/>
            <a:chOff x="0" y="-38100"/>
            <a:chExt cx="4607064" cy="595289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10" name="Google Shape;210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947550" y="4964174"/>
            <a:ext cx="6710189" cy="728158"/>
            <a:chOff x="0" y="-38100"/>
            <a:chExt cx="4607064" cy="595289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3" name="Google Shape;213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6"/>
          <p:cNvSpPr/>
          <p:nvPr/>
        </p:nvSpPr>
        <p:spPr>
          <a:xfrm>
            <a:off x="2454580" y="3077615"/>
            <a:ext cx="630289" cy="500841"/>
          </a:xfrm>
          <a:custGeom>
            <a:rect b="b" l="l" r="r" t="t"/>
            <a:pathLst>
              <a:path extrusionOk="0" h="483904" w="511391">
                <a:moveTo>
                  <a:pt x="0" y="0"/>
                </a:moveTo>
                <a:lnTo>
                  <a:pt x="511391" y="0"/>
                </a:lnTo>
                <a:lnTo>
                  <a:pt x="511391" y="483904"/>
                </a:lnTo>
                <a:lnTo>
                  <a:pt x="0" y="48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6"/>
          <p:cNvSpPr txBox="1"/>
          <p:nvPr/>
        </p:nvSpPr>
        <p:spPr>
          <a:xfrm>
            <a:off x="2454569" y="4157712"/>
            <a:ext cx="4853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Coffre</a:t>
            </a:r>
            <a:endParaRPr sz="1727"/>
          </a:p>
        </p:txBody>
      </p:sp>
      <p:sp>
        <p:nvSpPr>
          <p:cNvPr id="216" name="Google Shape;216;p16"/>
          <p:cNvSpPr txBox="1"/>
          <p:nvPr/>
        </p:nvSpPr>
        <p:spPr>
          <a:xfrm>
            <a:off x="2093184" y="3139881"/>
            <a:ext cx="4784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727"/>
          </a:p>
        </p:txBody>
      </p:sp>
      <p:sp>
        <p:nvSpPr>
          <p:cNvPr id="217" name="Google Shape;217;p16"/>
          <p:cNvSpPr txBox="1"/>
          <p:nvPr/>
        </p:nvSpPr>
        <p:spPr>
          <a:xfrm>
            <a:off x="3419185" y="5171527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motorisé</a:t>
            </a:r>
            <a:endParaRPr sz="1727"/>
          </a:p>
        </p:txBody>
      </p:sp>
      <p:sp>
        <p:nvSpPr>
          <p:cNvPr id="218" name="Google Shape;218;p16"/>
          <p:cNvSpPr txBox="1"/>
          <p:nvPr/>
        </p:nvSpPr>
        <p:spPr>
          <a:xfrm>
            <a:off x="12878551" y="3176030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727"/>
          </a:p>
        </p:txBody>
      </p:sp>
      <p:sp>
        <p:nvSpPr>
          <p:cNvPr id="219" name="Google Shape;219;p16"/>
          <p:cNvSpPr txBox="1"/>
          <p:nvPr/>
        </p:nvSpPr>
        <p:spPr>
          <a:xfrm>
            <a:off x="12878551" y="4196978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727"/>
          </a:p>
        </p:txBody>
      </p:sp>
      <p:sp>
        <p:nvSpPr>
          <p:cNvPr id="220" name="Google Shape;220;p16"/>
          <p:cNvSpPr txBox="1"/>
          <p:nvPr/>
        </p:nvSpPr>
        <p:spPr>
          <a:xfrm>
            <a:off x="12878551" y="5216269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727"/>
          </a:p>
        </p:txBody>
      </p:sp>
      <p:sp>
        <p:nvSpPr>
          <p:cNvPr id="221" name="Google Shape;221;p16"/>
          <p:cNvSpPr txBox="1"/>
          <p:nvPr/>
        </p:nvSpPr>
        <p:spPr>
          <a:xfrm>
            <a:off x="8172616" y="3176030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8172616" y="4196978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727"/>
          </a:p>
        </p:txBody>
      </p:sp>
      <p:sp>
        <p:nvSpPr>
          <p:cNvPr id="223" name="Google Shape;223;p16"/>
          <p:cNvSpPr txBox="1"/>
          <p:nvPr/>
        </p:nvSpPr>
        <p:spPr>
          <a:xfrm>
            <a:off x="8172616" y="5216269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12853812" y="2559925"/>
            <a:ext cx="4461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37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8149515" y="2559925"/>
            <a:ext cx="467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1480"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947551" y="8865192"/>
            <a:ext cx="6710189" cy="663092"/>
            <a:chOff x="0" y="-38100"/>
            <a:chExt cx="4607064" cy="595289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/>
          <p:nvPr/>
        </p:nvSpPr>
        <p:spPr>
          <a:xfrm>
            <a:off x="1631293" y="9058002"/>
            <a:ext cx="405640" cy="351501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6"/>
          <p:cNvSpPr txBox="1"/>
          <p:nvPr/>
        </p:nvSpPr>
        <p:spPr>
          <a:xfrm>
            <a:off x="2036422" y="9056849"/>
            <a:ext cx="56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262"/>
          </a:p>
        </p:txBody>
      </p:sp>
      <p:grpSp>
        <p:nvGrpSpPr>
          <p:cNvPr id="231" name="Google Shape;231;p16"/>
          <p:cNvGrpSpPr/>
          <p:nvPr/>
        </p:nvGrpSpPr>
        <p:grpSpPr>
          <a:xfrm>
            <a:off x="947551" y="7870211"/>
            <a:ext cx="6710189" cy="663092"/>
            <a:chOff x="0" y="-38100"/>
            <a:chExt cx="4607064" cy="595289"/>
          </a:xfrm>
        </p:grpSpPr>
        <p:sp>
          <p:nvSpPr>
            <p:cNvPr id="232" name="Google Shape;23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233" name="Google Shape;233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6"/>
          <p:cNvSpPr/>
          <p:nvPr/>
        </p:nvSpPr>
        <p:spPr>
          <a:xfrm>
            <a:off x="1547077" y="8000690"/>
            <a:ext cx="688568" cy="448993"/>
          </a:xfrm>
          <a:custGeom>
            <a:rect b="b" l="l" r="r" t="t"/>
            <a:pathLst>
              <a:path extrusionOk="0" h="670139" w="670139">
                <a:moveTo>
                  <a:pt x="0" y="0"/>
                </a:moveTo>
                <a:lnTo>
                  <a:pt x="670139" y="0"/>
                </a:lnTo>
                <a:lnTo>
                  <a:pt x="670139" y="670139"/>
                </a:lnTo>
                <a:lnTo>
                  <a:pt x="0" y="670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6"/>
          <p:cNvSpPr txBox="1"/>
          <p:nvPr/>
        </p:nvSpPr>
        <p:spPr>
          <a:xfrm>
            <a:off x="2076479" y="8061868"/>
            <a:ext cx="5610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262"/>
          </a:p>
        </p:txBody>
      </p:sp>
      <p:sp>
        <p:nvSpPr>
          <p:cNvPr id="236" name="Google Shape;236;p16"/>
          <p:cNvSpPr txBox="1"/>
          <p:nvPr/>
        </p:nvSpPr>
        <p:spPr>
          <a:xfrm>
            <a:off x="13302492" y="9065401"/>
            <a:ext cx="40131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{{allclics}}</a:t>
            </a:r>
            <a:endParaRPr sz="1262"/>
          </a:p>
        </p:txBody>
      </p:sp>
      <p:sp>
        <p:nvSpPr>
          <p:cNvPr id="237" name="Google Shape;237;p16"/>
          <p:cNvSpPr txBox="1"/>
          <p:nvPr/>
        </p:nvSpPr>
        <p:spPr>
          <a:xfrm>
            <a:off x="13302492" y="7996594"/>
            <a:ext cx="40131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{{diff_all}}</a:t>
            </a:r>
            <a:endParaRPr sz="1262"/>
          </a:p>
        </p:txBody>
      </p:sp>
      <p:sp>
        <p:nvSpPr>
          <p:cNvPr id="238" name="Google Shape;238;p16"/>
          <p:cNvSpPr txBox="1"/>
          <p:nvPr/>
        </p:nvSpPr>
        <p:spPr>
          <a:xfrm>
            <a:off x="8172621" y="9056857"/>
            <a:ext cx="38961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8149525" y="7996601"/>
            <a:ext cx="4166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{{diff_last}}</a:t>
            </a:r>
            <a:endParaRPr sz="1262"/>
          </a:p>
        </p:txBody>
      </p:sp>
      <p:grpSp>
        <p:nvGrpSpPr>
          <p:cNvPr id="240" name="Google Shape;240;p16"/>
          <p:cNvGrpSpPr/>
          <p:nvPr/>
        </p:nvGrpSpPr>
        <p:grpSpPr>
          <a:xfrm>
            <a:off x="947550" y="6897865"/>
            <a:ext cx="6710189" cy="728158"/>
            <a:chOff x="0" y="-38100"/>
            <a:chExt cx="4607064" cy="595289"/>
          </a:xfrm>
        </p:grpSpPr>
        <p:sp>
          <p:nvSpPr>
            <p:cNvPr id="241" name="Google Shape;241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4B0B"/>
            </a:solidFill>
            <a:ln>
              <a:noFill/>
            </a:ln>
          </p:spPr>
        </p:sp>
        <p:sp>
          <p:nvSpPr>
            <p:cNvPr id="242" name="Google Shape;242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16"/>
          <p:cNvSpPr txBox="1"/>
          <p:nvPr/>
        </p:nvSpPr>
        <p:spPr>
          <a:xfrm>
            <a:off x="3419185" y="7105218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Prestige</a:t>
            </a:r>
            <a:endParaRPr sz="1727"/>
          </a:p>
        </p:txBody>
      </p:sp>
      <p:sp>
        <p:nvSpPr>
          <p:cNvPr id="244" name="Google Shape;244;p16"/>
          <p:cNvSpPr txBox="1"/>
          <p:nvPr/>
        </p:nvSpPr>
        <p:spPr>
          <a:xfrm>
            <a:off x="12878551" y="7149960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727"/>
          </a:p>
        </p:txBody>
      </p:sp>
      <p:sp>
        <p:nvSpPr>
          <p:cNvPr id="245" name="Google Shape;245;p16"/>
          <p:cNvSpPr txBox="1"/>
          <p:nvPr/>
        </p:nvSpPr>
        <p:spPr>
          <a:xfrm>
            <a:off x="8172616" y="7149960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46" name="Google Shape;246;p16" title="lit-dhopital (1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56851" y="5023770"/>
            <a:ext cx="789600" cy="663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6" title="prestige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29576" y="6945941"/>
            <a:ext cx="789600" cy="68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6" title="lit-dhopital (1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56851" y="4082586"/>
            <a:ext cx="609600" cy="5119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16"/>
          <p:cNvGrpSpPr/>
          <p:nvPr/>
        </p:nvGrpSpPr>
        <p:grpSpPr>
          <a:xfrm>
            <a:off x="947550" y="5955061"/>
            <a:ext cx="6710189" cy="728158"/>
            <a:chOff x="0" y="-38100"/>
            <a:chExt cx="4607064" cy="595289"/>
          </a:xfrm>
        </p:grpSpPr>
        <p:sp>
          <p:nvSpPr>
            <p:cNvPr id="250" name="Google Shape;25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51" name="Google Shape;25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16"/>
          <p:cNvSpPr txBox="1"/>
          <p:nvPr/>
        </p:nvSpPr>
        <p:spPr>
          <a:xfrm>
            <a:off x="3419185" y="6162415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escamotable</a:t>
            </a:r>
            <a:endParaRPr sz="1727"/>
          </a:p>
        </p:txBody>
      </p:sp>
      <p:sp>
        <p:nvSpPr>
          <p:cNvPr id="253" name="Google Shape;253;p16"/>
          <p:cNvSpPr txBox="1"/>
          <p:nvPr/>
        </p:nvSpPr>
        <p:spPr>
          <a:xfrm>
            <a:off x="12878551" y="6207156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727"/>
          </a:p>
        </p:txBody>
      </p:sp>
      <p:sp>
        <p:nvSpPr>
          <p:cNvPr id="254" name="Google Shape;254;p16"/>
          <p:cNvSpPr txBox="1"/>
          <p:nvPr/>
        </p:nvSpPr>
        <p:spPr>
          <a:xfrm>
            <a:off x="8172616" y="6207156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55" name="Google Shape;255;p16" title="appartement (2)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46850" y="6063288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61" name="Google Shape;261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2" name="Google Shape;262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63" name="Google Shape;263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64" name="Google Shape;264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66" name="Google Shape;26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67" name="Google Shape;267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69" name="Google Shape;269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70" name="Google Shape;270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74" name="Google Shape;274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75" name="Google Shape;275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76" name="Google Shape;27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77" name="Google Shape;277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79" name="Google Shape;279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0" name="Google Shape;280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81" name="Google Shape;281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84" name="Google Shape;284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85" name="Google Shape;28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86" name="Google Shape;286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1" name="Google Shape;291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292" name="Google Shape;292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{{imprM}}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{{clicM}}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97" name="Google Shape;297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{{imprMlast}}</a:t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{{clicMlast}}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{{coutMlast}}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00" name="Google Shape;300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{{cpcMlast}}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306" name="Google Shape;306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7" name="Google Shape;307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308" name="Google Shape;308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09" name="Google Shape;309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311" name="Google Shape;311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13" name="Google Shape;313;p18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314" name="Google Shape;314;p18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315" name="Google Shape;315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316" name="Google Shape;316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18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318" name="Google Shape;318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319" name="Google Shape;319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p18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p18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p18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324" name="Google Shape;324;p18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{{ctrM}}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25" name="Google Shape;325;p18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{{cplM}}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26" name="Google Shape;326;p18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{{ctrMlast}}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{{cplMlast}}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28" name="Google Shape;328;p18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9" name="Google Shape;329;p18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 txBox="1"/>
          <p:nvPr/>
        </p:nvSpPr>
        <p:spPr>
          <a:xfrm>
            <a:off x="3196211" y="419260"/>
            <a:ext cx="11895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MICROSOFT ADS</a:t>
            </a:r>
            <a:endParaRPr sz="6700">
              <a:solidFill>
                <a:srgbClr val="FFFFFF"/>
              </a:solidFill>
              <a:latin typeface="Allerta Stencil"/>
              <a:ea typeface="Allerta Stencil"/>
              <a:cs typeface="Allerta Stencil"/>
              <a:sym typeface="Allerta Stencil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6" name="Google Shape;336;p19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337" name="Google Shape;337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38" name="Google Shape;338;p19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" name="Google Shape;339;p19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340" name="Google Shape;340;p19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41" name="Google Shape;341;p19"/>
          <p:cNvCxnSpPr/>
          <p:nvPr/>
        </p:nvCxnSpPr>
        <p:spPr>
          <a:xfrm rot="10800000">
            <a:off x="14368500" y="2959875"/>
            <a:ext cx="21000" cy="5868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342" name="Google Shape;342;p19"/>
          <p:cNvGrpSpPr/>
          <p:nvPr/>
        </p:nvGrpSpPr>
        <p:grpSpPr>
          <a:xfrm>
            <a:off x="1001875" y="3521199"/>
            <a:ext cx="8614288" cy="984191"/>
            <a:chOff x="0" y="-38100"/>
            <a:chExt cx="4607064" cy="595289"/>
          </a:xfrm>
        </p:grpSpPr>
        <p:sp>
          <p:nvSpPr>
            <p:cNvPr id="343" name="Google Shape;343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5D05"/>
            </a:solidFill>
            <a:ln>
              <a:noFill/>
            </a:ln>
          </p:spPr>
        </p:sp>
        <p:sp>
          <p:nvSpPr>
            <p:cNvPr id="344" name="Google Shape;344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19"/>
          <p:cNvGrpSpPr/>
          <p:nvPr/>
        </p:nvGrpSpPr>
        <p:grpSpPr>
          <a:xfrm>
            <a:off x="1001875" y="4901144"/>
            <a:ext cx="8614288" cy="984191"/>
            <a:chOff x="0" y="-38100"/>
            <a:chExt cx="4607064" cy="595289"/>
          </a:xfrm>
        </p:grpSpPr>
        <p:sp>
          <p:nvSpPr>
            <p:cNvPr id="346" name="Google Shape;34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A20C"/>
            </a:solidFill>
            <a:ln>
              <a:noFill/>
            </a:ln>
          </p:spPr>
        </p:sp>
        <p:sp>
          <p:nvSpPr>
            <p:cNvPr id="347" name="Google Shape;347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" name="Google Shape;348;p19"/>
          <p:cNvSpPr/>
          <p:nvPr/>
        </p:nvSpPr>
        <p:spPr>
          <a:xfrm>
            <a:off x="2367569" y="5164155"/>
            <a:ext cx="443539" cy="521637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p19"/>
          <p:cNvSpPr/>
          <p:nvPr/>
        </p:nvSpPr>
        <p:spPr>
          <a:xfrm>
            <a:off x="2196467" y="3730969"/>
            <a:ext cx="752901" cy="666317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0" y="0"/>
                </a:lnTo>
                <a:lnTo>
                  <a:pt x="752900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0" name="Google Shape;350;p19"/>
          <p:cNvGrpSpPr/>
          <p:nvPr/>
        </p:nvGrpSpPr>
        <p:grpSpPr>
          <a:xfrm>
            <a:off x="1001875" y="6277135"/>
            <a:ext cx="8614288" cy="984191"/>
            <a:chOff x="0" y="-38100"/>
            <a:chExt cx="4607064" cy="595289"/>
          </a:xfrm>
        </p:grpSpPr>
        <p:sp>
          <p:nvSpPr>
            <p:cNvPr id="351" name="Google Shape;351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BB21"/>
            </a:solidFill>
            <a:ln>
              <a:noFill/>
            </a:ln>
          </p:spPr>
        </p:sp>
        <p:sp>
          <p:nvSpPr>
            <p:cNvPr id="352" name="Google Shape;352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19"/>
          <p:cNvSpPr/>
          <p:nvPr/>
        </p:nvSpPr>
        <p:spPr>
          <a:xfrm>
            <a:off x="2803605" y="6393830"/>
            <a:ext cx="762816" cy="868286"/>
          </a:xfrm>
          <a:custGeom>
            <a:rect b="b" l="l" r="r" t="t"/>
            <a:pathLst>
              <a:path extrusionOk="0" h="981114" w="762816">
                <a:moveTo>
                  <a:pt x="0" y="0"/>
                </a:moveTo>
                <a:lnTo>
                  <a:pt x="762816" y="0"/>
                </a:lnTo>
                <a:lnTo>
                  <a:pt x="762816" y="981114"/>
                </a:lnTo>
                <a:lnTo>
                  <a:pt x="0" y="98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4" name="Google Shape;354;p19"/>
          <p:cNvGrpSpPr/>
          <p:nvPr/>
        </p:nvGrpSpPr>
        <p:grpSpPr>
          <a:xfrm>
            <a:off x="1001875" y="7653124"/>
            <a:ext cx="8614288" cy="984191"/>
            <a:chOff x="0" y="-38100"/>
            <a:chExt cx="4607064" cy="595289"/>
          </a:xfrm>
        </p:grpSpPr>
        <p:sp>
          <p:nvSpPr>
            <p:cNvPr id="355" name="Google Shape;355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800"/>
            </a:solidFill>
            <a:ln>
              <a:noFill/>
            </a:ln>
          </p:spPr>
        </p:sp>
        <p:sp>
          <p:nvSpPr>
            <p:cNvPr id="356" name="Google Shape;356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p19"/>
          <p:cNvSpPr/>
          <p:nvPr/>
        </p:nvSpPr>
        <p:spPr>
          <a:xfrm>
            <a:off x="2739685" y="7859289"/>
            <a:ext cx="752901" cy="666317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0" y="0"/>
                </a:lnTo>
                <a:lnTo>
                  <a:pt x="752900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8" name="Google Shape;358;p19"/>
          <p:cNvSpPr txBox="1"/>
          <p:nvPr/>
        </p:nvSpPr>
        <p:spPr>
          <a:xfrm>
            <a:off x="2567959" y="5196421"/>
            <a:ext cx="62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Microsoft ADS</a:t>
            </a:r>
            <a:endParaRPr/>
          </a:p>
        </p:txBody>
      </p:sp>
      <p:sp>
        <p:nvSpPr>
          <p:cNvPr id="359" name="Google Shape;359;p19"/>
          <p:cNvSpPr txBox="1"/>
          <p:nvPr/>
        </p:nvSpPr>
        <p:spPr>
          <a:xfrm>
            <a:off x="2505507" y="3812008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Impressions Microsoft ADS</a:t>
            </a:r>
            <a:endParaRPr/>
          </a:p>
        </p:txBody>
      </p:sp>
      <p:sp>
        <p:nvSpPr>
          <p:cNvPr id="360" name="Google Shape;360;p19"/>
          <p:cNvSpPr txBox="1"/>
          <p:nvPr/>
        </p:nvSpPr>
        <p:spPr>
          <a:xfrm>
            <a:off x="2949366" y="6575941"/>
            <a:ext cx="51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Coût Microsoft ADS</a:t>
            </a:r>
            <a:endParaRPr/>
          </a:p>
        </p:txBody>
      </p:sp>
      <p:sp>
        <p:nvSpPr>
          <p:cNvPr id="361" name="Google Shape;361;p19"/>
          <p:cNvSpPr txBox="1"/>
          <p:nvPr/>
        </p:nvSpPr>
        <p:spPr>
          <a:xfrm>
            <a:off x="3566420" y="7951931"/>
            <a:ext cx="40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Coût par clic Moyen</a:t>
            </a:r>
            <a:endParaRPr/>
          </a:p>
        </p:txBody>
      </p:sp>
      <p:sp>
        <p:nvSpPr>
          <p:cNvPr id="362" name="Google Shape;362;p19"/>
          <p:cNvSpPr txBox="1"/>
          <p:nvPr/>
        </p:nvSpPr>
        <p:spPr>
          <a:xfrm>
            <a:off x="14405175" y="339672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{{imprMicr}}</a:t>
            </a:r>
            <a:endParaRPr sz="4000"/>
          </a:p>
        </p:txBody>
      </p:sp>
      <p:sp>
        <p:nvSpPr>
          <p:cNvPr id="363" name="Google Shape;363;p19"/>
          <p:cNvSpPr txBox="1"/>
          <p:nvPr/>
        </p:nvSpPr>
        <p:spPr>
          <a:xfrm>
            <a:off x="14405174" y="4957400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{{clicMicr}}</a:t>
            </a:r>
            <a:endParaRPr sz="4000"/>
          </a:p>
        </p:txBody>
      </p:sp>
      <p:sp>
        <p:nvSpPr>
          <p:cNvPr id="364" name="Google Shape;364;p19"/>
          <p:cNvSpPr txBox="1"/>
          <p:nvPr/>
        </p:nvSpPr>
        <p:spPr>
          <a:xfrm>
            <a:off x="14405174" y="651552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{{coutMicr}}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65" name="Google Shape;365;p19"/>
          <p:cNvSpPr txBox="1"/>
          <p:nvPr/>
        </p:nvSpPr>
        <p:spPr>
          <a:xfrm>
            <a:off x="14405174" y="807407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{{cpcMicr}}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66" name="Google Shape;366;p19"/>
          <p:cNvSpPr txBox="1"/>
          <p:nvPr/>
        </p:nvSpPr>
        <p:spPr>
          <a:xfrm>
            <a:off x="9834324" y="3396725"/>
            <a:ext cx="433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{{imprMicrlast}}</a:t>
            </a:r>
            <a:endParaRPr sz="4000"/>
          </a:p>
        </p:txBody>
      </p:sp>
      <p:sp>
        <p:nvSpPr>
          <p:cNvPr id="367" name="Google Shape;367;p19"/>
          <p:cNvSpPr txBox="1"/>
          <p:nvPr/>
        </p:nvSpPr>
        <p:spPr>
          <a:xfrm>
            <a:off x="9834323" y="4957400"/>
            <a:ext cx="433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{{clicMicrlast}}</a:t>
            </a:r>
            <a:endParaRPr sz="4000"/>
          </a:p>
        </p:txBody>
      </p:sp>
      <p:sp>
        <p:nvSpPr>
          <p:cNvPr id="368" name="Google Shape;368;p19"/>
          <p:cNvSpPr txBox="1"/>
          <p:nvPr/>
        </p:nvSpPr>
        <p:spPr>
          <a:xfrm>
            <a:off x="9834323" y="6515525"/>
            <a:ext cx="4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{{coutMicrlast}}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69" name="Google Shape;369;p19"/>
          <p:cNvSpPr txBox="1"/>
          <p:nvPr/>
        </p:nvSpPr>
        <p:spPr>
          <a:xfrm>
            <a:off x="9834323" y="8074075"/>
            <a:ext cx="4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{{cpcMicrlast}}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70" name="Google Shape;370;p19"/>
          <p:cNvSpPr txBox="1"/>
          <p:nvPr/>
        </p:nvSpPr>
        <p:spPr>
          <a:xfrm>
            <a:off x="14405176" y="2779350"/>
            <a:ext cx="3798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1" name="Google Shape;371;p19"/>
          <p:cNvSpPr txBox="1"/>
          <p:nvPr/>
        </p:nvSpPr>
        <p:spPr>
          <a:xfrm>
            <a:off x="10515313" y="2647850"/>
            <a:ext cx="367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372" name="Google Shape;372;p19" title="Microsoft-Advertising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06300" y="525126"/>
            <a:ext cx="4475400" cy="2519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20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78" name="Google Shape;378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79" name="Google Shape;379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20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20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82" name="Google Shape;382;p20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83" name="Google Shape;383;p20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84" name="Google Shape;384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85" name="Google Shape;385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p20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87" name="Google Shape;387;p20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88" name="Google Shape;388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89" name="Google Shape;389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20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91" name="Google Shape;391;p20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92" name="Google Shape;392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93" name="Google Shape;393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20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95" name="Google Shape;395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6" name="Google Shape;396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97" name="Google Shape;397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98" name="Google Shape;398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9" name="Google Shape;399;p20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400" name="Google Shape;400;p20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01" name="Google Shape;401;p20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02" name="Google Shape;402;p20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sp>
        <p:nvSpPr>
          <p:cNvPr id="404" name="Google Shape;404;p20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{{coutT}}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405" name="Google Shape;405;p20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406" name="Google Shape;406;p20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407" name="Google Shape;407;p20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{{coutTlast}}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408" name="Google Shape;408;p20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{{coutGlast}}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409" name="Google Shape;409;p20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{{coutMlast}}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410" name="Google Shape;410;p20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{{convM}}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1" name="Google Shape;411;p20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{{convMlast}}€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3" name="Google Shape;413;p20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4" name="Google Shape;414;p20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21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1" name="Google Shape;421;p21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2" name="Google Shape;422;p21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423" name="Google Shape;423;p21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424" name="Google Shape;424;p21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