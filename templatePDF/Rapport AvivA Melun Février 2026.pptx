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10287000" cx="18288000"/>
  <p:notesSz cx="6858000" cy="9144000"/>
  <p:embeddedFontLst>
    <p:embeddedFont>
      <p:font typeface="Anton"/>
      <p:regular r:id="rId12"/>
    </p:embeddedFont>
    <p:embeddedFont>
      <p:font typeface="Poppins"/>
      <p:bold r:id="rId13"/>
      <p:boldItalic r:id="rId14"/>
    </p:embeddedFont>
    <p:embeddedFont>
      <p:font typeface="Allerta Stencil"/>
      <p:regular r:id="rId15"/>
    </p:embeddedFont>
    <p:embeddedFont>
      <p:font typeface="DM Sans"/>
      <p:bold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oppins-bold.fntdata"/><Relationship Id="rId12" Type="http://schemas.openxmlformats.org/officeDocument/2006/relationships/font" Target="fonts/Anton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AllertaStencil-regular.fntdata"/><Relationship Id="rId14" Type="http://schemas.openxmlformats.org/officeDocument/2006/relationships/font" Target="fonts/Poppins-boldItalic.fntdata"/><Relationship Id="rId17" Type="http://schemas.openxmlformats.org/officeDocument/2006/relationships/font" Target="fonts/DMSans-boldItalic.fntdata"/><Relationship Id="rId16" Type="http://schemas.openxmlformats.org/officeDocument/2006/relationships/font" Target="fonts/DM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b4df243d97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b4df243d97_0_1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png"/><Relationship Id="rId4" Type="http://schemas.openxmlformats.org/officeDocument/2006/relationships/image" Target="../media/image16.jpg"/><Relationship Id="rId5" Type="http://schemas.openxmlformats.org/officeDocument/2006/relationships/image" Target="../media/image11.png"/><Relationship Id="rId6" Type="http://schemas.openxmlformats.org/officeDocument/2006/relationships/image" Target="../media/image3.png"/><Relationship Id="rId7" Type="http://schemas.openxmlformats.org/officeDocument/2006/relationships/image" Target="../media/image10.png"/><Relationship Id="rId8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5.png"/><Relationship Id="rId6" Type="http://schemas.openxmlformats.org/officeDocument/2006/relationships/image" Target="../media/image14.png"/><Relationship Id="rId7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10" Type="http://schemas.openxmlformats.org/officeDocument/2006/relationships/image" Target="../media/image6.png"/><Relationship Id="rId9" Type="http://schemas.openxmlformats.org/officeDocument/2006/relationships/image" Target="../media/image12.png"/><Relationship Id="rId5" Type="http://schemas.openxmlformats.org/officeDocument/2006/relationships/image" Target="../media/image14.png"/><Relationship Id="rId6" Type="http://schemas.openxmlformats.org/officeDocument/2006/relationships/image" Target="../media/image10.png"/><Relationship Id="rId7" Type="http://schemas.openxmlformats.org/officeDocument/2006/relationships/image" Target="../media/image5.png"/><Relationship Id="rId8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10" Type="http://schemas.openxmlformats.org/officeDocument/2006/relationships/image" Target="../media/image17.png"/><Relationship Id="rId9" Type="http://schemas.openxmlformats.org/officeDocument/2006/relationships/image" Target="../media/image18.png"/><Relationship Id="rId5" Type="http://schemas.openxmlformats.org/officeDocument/2006/relationships/image" Target="../media/image14.png"/><Relationship Id="rId6" Type="http://schemas.openxmlformats.org/officeDocument/2006/relationships/image" Target="../media/image10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Relationship Id="rId4" Type="http://schemas.openxmlformats.org/officeDocument/2006/relationships/image" Target="../media/image3.png"/><Relationship Id="rId5" Type="http://schemas.openxmlformats.org/officeDocument/2006/relationships/image" Target="../media/image10.png"/><Relationship Id="rId6" Type="http://schemas.openxmlformats.org/officeDocument/2006/relationships/image" Target="../media/image5.png"/><Relationship Id="rId7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Relationship Id="rId4" Type="http://schemas.openxmlformats.org/officeDocument/2006/relationships/image" Target="../media/image11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173245" y="0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3"/>
          <p:cNvSpPr/>
          <p:nvPr/>
        </p:nvSpPr>
        <p:spPr>
          <a:xfrm>
            <a:off x="10378499" y="649481"/>
            <a:ext cx="7519437" cy="8987928"/>
          </a:xfrm>
          <a:custGeom>
            <a:rect b="b" l="l" r="r" t="t"/>
            <a:pathLst>
              <a:path extrusionOk="0" h="10286873" w="8606155">
                <a:moveTo>
                  <a:pt x="8606155" y="10251440"/>
                </a:moveTo>
                <a:cubicBezTo>
                  <a:pt x="8606155" y="10284587"/>
                  <a:pt x="8595487" y="10286873"/>
                  <a:pt x="8567674" y="10286873"/>
                </a:cubicBezTo>
                <a:cubicBezTo>
                  <a:pt x="5713095" y="10286238"/>
                  <a:pt x="2858643" y="10286238"/>
                  <a:pt x="4064" y="10286238"/>
                </a:cubicBezTo>
                <a:cubicBezTo>
                  <a:pt x="0" y="10272395"/>
                  <a:pt x="6350" y="10259822"/>
                  <a:pt x="9271" y="10246995"/>
                </a:cubicBezTo>
                <a:cubicBezTo>
                  <a:pt x="134747" y="9685401"/>
                  <a:pt x="260350" y="9123934"/>
                  <a:pt x="386207" y="8562467"/>
                </a:cubicBezTo>
                <a:cubicBezTo>
                  <a:pt x="565658" y="7761986"/>
                  <a:pt x="745490" y="6961632"/>
                  <a:pt x="924814" y="6161151"/>
                </a:cubicBezTo>
                <a:cubicBezTo>
                  <a:pt x="1146302" y="5172583"/>
                  <a:pt x="1367282" y="4184015"/>
                  <a:pt x="1588643" y="3195574"/>
                </a:cubicBezTo>
                <a:cubicBezTo>
                  <a:pt x="1813560" y="2191385"/>
                  <a:pt x="2038604" y="1187323"/>
                  <a:pt x="2264156" y="183261"/>
                </a:cubicBezTo>
                <a:cubicBezTo>
                  <a:pt x="2277872" y="122174"/>
                  <a:pt x="2286635" y="59690"/>
                  <a:pt x="2308860" y="635"/>
                </a:cubicBezTo>
                <a:cubicBezTo>
                  <a:pt x="4395216" y="635"/>
                  <a:pt x="6481572" y="635"/>
                  <a:pt x="8567928" y="0"/>
                </a:cubicBezTo>
                <a:cubicBezTo>
                  <a:pt x="8596249" y="0"/>
                  <a:pt x="8605901" y="3429"/>
                  <a:pt x="8605901" y="35814"/>
                </a:cubicBezTo>
                <a:cubicBezTo>
                  <a:pt x="8605139" y="3441065"/>
                  <a:pt x="8605139" y="6846316"/>
                  <a:pt x="8606155" y="1025144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39728" r="-39728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1115596" y="1301090"/>
            <a:ext cx="8028404" cy="873089"/>
          </a:xfrm>
          <a:custGeom>
            <a:rect b="b" l="l" r="r" t="t"/>
            <a:pathLst>
              <a:path extrusionOk="0" h="873089" w="8028404">
                <a:moveTo>
                  <a:pt x="0" y="0"/>
                </a:moveTo>
                <a:lnTo>
                  <a:pt x="8028404" y="0"/>
                </a:lnTo>
                <a:lnTo>
                  <a:pt x="8028404" y="873089"/>
                </a:lnTo>
                <a:lnTo>
                  <a:pt x="0" y="873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7" name="Google Shape;87;p13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88" name="Google Shape;88;p13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89" name="Google Shape;89;p13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" name="Google Shape;90;p13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3"/>
          <p:cNvSpPr/>
          <p:nvPr/>
        </p:nvSpPr>
        <p:spPr>
          <a:xfrm>
            <a:off x="9500831" y="256675"/>
            <a:ext cx="880108" cy="772025"/>
          </a:xfrm>
          <a:custGeom>
            <a:rect b="b" l="l" r="r" t="t"/>
            <a:pathLst>
              <a:path extrusionOk="0" h="772025" w="880108">
                <a:moveTo>
                  <a:pt x="0" y="0"/>
                </a:moveTo>
                <a:lnTo>
                  <a:pt x="880109" y="0"/>
                </a:lnTo>
                <a:lnTo>
                  <a:pt x="880109" y="772025"/>
                </a:lnTo>
                <a:lnTo>
                  <a:pt x="0" y="7720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" name="Google Shape;92;p13"/>
          <p:cNvSpPr/>
          <p:nvPr/>
        </p:nvSpPr>
        <p:spPr>
          <a:xfrm rot="-2989933">
            <a:off x="8084469" y="815405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93" name="Google Shape;93;p13"/>
          <p:cNvSpPr/>
          <p:nvPr/>
        </p:nvSpPr>
        <p:spPr>
          <a:xfrm rot="-7994788">
            <a:off x="8652456" y="876806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3" y="0"/>
                </a:lnTo>
                <a:lnTo>
                  <a:pt x="972133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13"/>
          <p:cNvSpPr txBox="1"/>
          <p:nvPr/>
        </p:nvSpPr>
        <p:spPr>
          <a:xfrm>
            <a:off x="1115596" y="2833331"/>
            <a:ext cx="8549707" cy="29206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92" u="none" cap="none" strike="noStrike">
                <a:solidFill>
                  <a:srgbClr val="FFFBFB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RAPPORT DES CAMPAGNES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14571554" y="2863"/>
            <a:ext cx="2843705" cy="553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31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WWW.TARMAAC.IO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857675" y="6774800"/>
            <a:ext cx="8028300" cy="8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82">
                <a:solidFill>
                  <a:srgbClr val="FFFFFF"/>
                </a:solidFill>
              </a:rPr>
              <a:t>AvivA Melun</a:t>
            </a:r>
            <a:endParaRPr b="1" sz="2800">
              <a:solidFill>
                <a:srgbClr val="FFFFFF"/>
              </a:solidFill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857670" y="8978296"/>
            <a:ext cx="48534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82">
                <a:solidFill>
                  <a:srgbClr val="56AEFF"/>
                </a:solidFill>
              </a:rPr>
              <a:t>Février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 txBox="1"/>
          <p:nvPr/>
        </p:nvSpPr>
        <p:spPr>
          <a:xfrm>
            <a:off x="2879420" y="716319"/>
            <a:ext cx="12529160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ÉTAT RÉCAPITULATIF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4" name="Google Shape;104;p14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05" name="Google Shape;105;p14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06" name="Google Shape;106;p14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7" name="Google Shape;107;p14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08" name="Google Shape;108;p14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09" name="Google Shape;109;p14"/>
          <p:cNvCxnSpPr/>
          <p:nvPr/>
        </p:nvCxnSpPr>
        <p:spPr>
          <a:xfrm rot="10800000">
            <a:off x="12727897" y="3322312"/>
            <a:ext cx="0" cy="5982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10" name="Google Shape;110;p14"/>
          <p:cNvSpPr txBox="1"/>
          <p:nvPr/>
        </p:nvSpPr>
        <p:spPr>
          <a:xfrm>
            <a:off x="13321822" y="2703204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grpSp>
        <p:nvGrpSpPr>
          <p:cNvPr id="111" name="Google Shape;111;p14"/>
          <p:cNvGrpSpPr/>
          <p:nvPr/>
        </p:nvGrpSpPr>
        <p:grpSpPr>
          <a:xfrm>
            <a:off x="1422981" y="4051168"/>
            <a:ext cx="6503792" cy="867348"/>
            <a:chOff x="0" y="-57150"/>
            <a:chExt cx="4607064" cy="614400"/>
          </a:xfrm>
        </p:grpSpPr>
        <p:sp>
          <p:nvSpPr>
            <p:cNvPr id="112" name="Google Shape;112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13" name="Google Shape;113;p14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14"/>
          <p:cNvSpPr/>
          <p:nvPr/>
        </p:nvSpPr>
        <p:spPr>
          <a:xfrm>
            <a:off x="1916454" y="4240927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39"/>
                </a:lnTo>
                <a:lnTo>
                  <a:pt x="0" y="5684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5" name="Google Shape;115;p14"/>
          <p:cNvSpPr txBox="1"/>
          <p:nvPr/>
        </p:nvSpPr>
        <p:spPr>
          <a:xfrm>
            <a:off x="2519136" y="4280500"/>
            <a:ext cx="46377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Diffusion totale des publicités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9613929" y="2703204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13039951" y="2774213"/>
            <a:ext cx="389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8947250" y="2774213"/>
            <a:ext cx="3273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grpSp>
        <p:nvGrpSpPr>
          <p:cNvPr id="119" name="Google Shape;119;p14"/>
          <p:cNvGrpSpPr/>
          <p:nvPr/>
        </p:nvGrpSpPr>
        <p:grpSpPr>
          <a:xfrm>
            <a:off x="1422981" y="6104586"/>
            <a:ext cx="6503792" cy="840369"/>
            <a:chOff x="0" y="-38100"/>
            <a:chExt cx="4607064" cy="595289"/>
          </a:xfrm>
        </p:grpSpPr>
        <p:sp>
          <p:nvSpPr>
            <p:cNvPr id="120" name="Google Shape;120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21" name="Google Shape;121;p14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2" name="Google Shape;122;p14"/>
          <p:cNvSpPr txBox="1"/>
          <p:nvPr/>
        </p:nvSpPr>
        <p:spPr>
          <a:xfrm>
            <a:off x="2519120" y="6330314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sur les publicités</a:t>
            </a:r>
            <a:endParaRPr/>
          </a:p>
        </p:txBody>
      </p:sp>
      <p:sp>
        <p:nvSpPr>
          <p:cNvPr id="123" name="Google Shape;123;p14"/>
          <p:cNvSpPr/>
          <p:nvPr/>
        </p:nvSpPr>
        <p:spPr>
          <a:xfrm>
            <a:off x="2075173" y="6295435"/>
            <a:ext cx="380966" cy="418392"/>
          </a:xfrm>
          <a:custGeom>
            <a:rect b="b" l="l" r="r" t="t"/>
            <a:pathLst>
              <a:path extrusionOk="0" h="524629" w="394783">
                <a:moveTo>
                  <a:pt x="0" y="0"/>
                </a:moveTo>
                <a:lnTo>
                  <a:pt x="394783" y="0"/>
                </a:lnTo>
                <a:lnTo>
                  <a:pt x="394783" y="524629"/>
                </a:lnTo>
                <a:lnTo>
                  <a:pt x="0" y="5246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4" name="Google Shape;124;p14"/>
          <p:cNvSpPr txBox="1"/>
          <p:nvPr/>
        </p:nvSpPr>
        <p:spPr>
          <a:xfrm>
            <a:off x="12850865" y="6219670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5 977</a:t>
            </a:r>
            <a:endParaRPr sz="1263"/>
          </a:p>
        </p:txBody>
      </p:sp>
      <p:sp>
        <p:nvSpPr>
          <p:cNvPr id="125" name="Google Shape;125;p14"/>
          <p:cNvSpPr txBox="1"/>
          <p:nvPr/>
        </p:nvSpPr>
        <p:spPr>
          <a:xfrm>
            <a:off x="12747865" y="4297643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86 622</a:t>
            </a:r>
            <a:endParaRPr sz="1263"/>
          </a:p>
        </p:txBody>
      </p:sp>
      <p:sp>
        <p:nvSpPr>
          <p:cNvPr id="126" name="Google Shape;126;p14"/>
          <p:cNvSpPr txBox="1"/>
          <p:nvPr/>
        </p:nvSpPr>
        <p:spPr>
          <a:xfrm>
            <a:off x="8878966" y="6219672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4 713</a:t>
            </a:r>
            <a:endParaRPr sz="39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7" name="Google Shape;127;p14"/>
          <p:cNvSpPr txBox="1"/>
          <p:nvPr/>
        </p:nvSpPr>
        <p:spPr>
          <a:xfrm>
            <a:off x="8775966" y="4280507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85 183</a:t>
            </a:r>
            <a:endParaRPr sz="1263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5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META ADS</a:t>
            </a:r>
            <a:endParaRPr/>
          </a:p>
        </p:txBody>
      </p:sp>
      <p:sp>
        <p:nvSpPr>
          <p:cNvPr id="133" name="Google Shape;133;p15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34" name="Google Shape;134;p15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35" name="Google Shape;135;p15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36" name="Google Shape;136;p15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7" name="Google Shape;137;p15"/>
          <p:cNvGrpSpPr/>
          <p:nvPr/>
        </p:nvGrpSpPr>
        <p:grpSpPr>
          <a:xfrm>
            <a:off x="819175" y="3520724"/>
            <a:ext cx="6503792" cy="691561"/>
            <a:chOff x="0" y="-57150"/>
            <a:chExt cx="4607064" cy="614339"/>
          </a:xfrm>
        </p:grpSpPr>
        <p:sp>
          <p:nvSpPr>
            <p:cNvPr id="138" name="Google Shape;138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39" name="Google Shape;139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0" name="Google Shape;140;p15"/>
          <p:cNvGrpSpPr/>
          <p:nvPr/>
        </p:nvGrpSpPr>
        <p:grpSpPr>
          <a:xfrm>
            <a:off x="819175" y="4698781"/>
            <a:ext cx="6503792" cy="691561"/>
            <a:chOff x="0" y="-57150"/>
            <a:chExt cx="4607064" cy="614339"/>
          </a:xfrm>
        </p:grpSpPr>
        <p:sp>
          <p:nvSpPr>
            <p:cNvPr id="141" name="Google Shape;141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142" name="Google Shape;142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3" name="Google Shape;143;p15"/>
          <p:cNvSpPr/>
          <p:nvPr/>
        </p:nvSpPr>
        <p:spPr>
          <a:xfrm>
            <a:off x="2265423" y="4921966"/>
            <a:ext cx="334871" cy="354897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4" name="Google Shape;144;p15"/>
          <p:cNvSpPr/>
          <p:nvPr/>
        </p:nvSpPr>
        <p:spPr>
          <a:xfrm>
            <a:off x="1727477" y="3677656"/>
            <a:ext cx="568439" cy="453330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5" name="Google Shape;145;p15"/>
          <p:cNvSpPr txBox="1"/>
          <p:nvPr/>
        </p:nvSpPr>
        <p:spPr>
          <a:xfrm>
            <a:off x="1719216" y="4886508"/>
            <a:ext cx="53253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</a:t>
            </a:r>
            <a:endParaRPr/>
          </a:p>
        </p:txBody>
      </p:sp>
      <p:sp>
        <p:nvSpPr>
          <p:cNvPr id="146" name="Google Shape;146;p15"/>
          <p:cNvSpPr txBox="1"/>
          <p:nvPr/>
        </p:nvSpPr>
        <p:spPr>
          <a:xfrm>
            <a:off x="1752327" y="3708451"/>
            <a:ext cx="50238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Meta ADS</a:t>
            </a:r>
            <a:endParaRPr/>
          </a:p>
        </p:txBody>
      </p:sp>
      <p:grpSp>
        <p:nvGrpSpPr>
          <p:cNvPr id="147" name="Google Shape;147;p15"/>
          <p:cNvGrpSpPr/>
          <p:nvPr/>
        </p:nvGrpSpPr>
        <p:grpSpPr>
          <a:xfrm>
            <a:off x="842897" y="7097179"/>
            <a:ext cx="6456339" cy="686462"/>
            <a:chOff x="0" y="-57150"/>
            <a:chExt cx="4607064" cy="614339"/>
          </a:xfrm>
        </p:grpSpPr>
        <p:sp>
          <p:nvSpPr>
            <p:cNvPr id="148" name="Google Shape;148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49" name="Google Shape;149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0" name="Google Shape;150;p15"/>
          <p:cNvSpPr txBox="1"/>
          <p:nvPr/>
        </p:nvSpPr>
        <p:spPr>
          <a:xfrm>
            <a:off x="2165182" y="7287693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 </a:t>
            </a:r>
            <a:endParaRPr/>
          </a:p>
        </p:txBody>
      </p:sp>
      <p:cxnSp>
        <p:nvCxnSpPr>
          <p:cNvPr id="151" name="Google Shape;151;p15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52" name="Google Shape;152;p15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53" name="Google Shape;153;p15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4" name="Google Shape;154;p15"/>
          <p:cNvSpPr txBox="1"/>
          <p:nvPr/>
        </p:nvSpPr>
        <p:spPr>
          <a:xfrm>
            <a:off x="13077411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155" name="Google Shape;155;p15"/>
          <p:cNvSpPr txBox="1"/>
          <p:nvPr/>
        </p:nvSpPr>
        <p:spPr>
          <a:xfrm>
            <a:off x="92964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grpSp>
        <p:nvGrpSpPr>
          <p:cNvPr id="156" name="Google Shape;156;p15"/>
          <p:cNvGrpSpPr/>
          <p:nvPr/>
        </p:nvGrpSpPr>
        <p:grpSpPr>
          <a:xfrm>
            <a:off x="842893" y="5876843"/>
            <a:ext cx="6503792" cy="670117"/>
            <a:chOff x="0" y="-38100"/>
            <a:chExt cx="4607064" cy="595289"/>
          </a:xfrm>
        </p:grpSpPr>
        <p:sp>
          <p:nvSpPr>
            <p:cNvPr id="157" name="Google Shape;157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158" name="Google Shape;158;p15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9" name="Google Shape;159;p15"/>
          <p:cNvSpPr/>
          <p:nvPr/>
        </p:nvSpPr>
        <p:spPr>
          <a:xfrm>
            <a:off x="2139114" y="5958159"/>
            <a:ext cx="703558" cy="49516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0" name="Google Shape;160;p15"/>
          <p:cNvSpPr txBox="1"/>
          <p:nvPr/>
        </p:nvSpPr>
        <p:spPr>
          <a:xfrm>
            <a:off x="1927035" y="6026716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Meta ADS</a:t>
            </a:r>
            <a:endParaRPr/>
          </a:p>
        </p:txBody>
      </p:sp>
      <p:sp>
        <p:nvSpPr>
          <p:cNvPr id="161" name="Google Shape;161;p15"/>
          <p:cNvSpPr/>
          <p:nvPr/>
        </p:nvSpPr>
        <p:spPr>
          <a:xfrm>
            <a:off x="2971687" y="643938"/>
            <a:ext cx="1801462" cy="1801462"/>
          </a:xfrm>
          <a:custGeom>
            <a:rect b="b" l="l" r="r" t="t"/>
            <a:pathLst>
              <a:path extrusionOk="0" h="1801462" w="1801462">
                <a:moveTo>
                  <a:pt x="0" y="0"/>
                </a:moveTo>
                <a:lnTo>
                  <a:pt x="1801462" y="0"/>
                </a:lnTo>
                <a:lnTo>
                  <a:pt x="1801462" y="1801463"/>
                </a:lnTo>
                <a:lnTo>
                  <a:pt x="0" y="18014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2" name="Google Shape;162;p15"/>
          <p:cNvSpPr txBox="1"/>
          <p:nvPr/>
        </p:nvSpPr>
        <p:spPr>
          <a:xfrm>
            <a:off x="13314018" y="2838600"/>
            <a:ext cx="38175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3" name="Google Shape;163;p15"/>
          <p:cNvSpPr txBox="1"/>
          <p:nvPr/>
        </p:nvSpPr>
        <p:spPr>
          <a:xfrm>
            <a:off x="9505651" y="2838600"/>
            <a:ext cx="230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pic>
        <p:nvPicPr>
          <p:cNvPr id="164" name="Google Shape;164;p15" title="sac-dargen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308441" y="7210401"/>
            <a:ext cx="609601" cy="486078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5"/>
          <p:cNvSpPr txBox="1"/>
          <p:nvPr/>
        </p:nvSpPr>
        <p:spPr>
          <a:xfrm>
            <a:off x="13139249" y="3601193"/>
            <a:ext cx="3769800" cy="6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85 537</a:t>
            </a:r>
            <a:endParaRPr/>
          </a:p>
        </p:txBody>
      </p:sp>
      <p:sp>
        <p:nvSpPr>
          <p:cNvPr id="166" name="Google Shape;166;p15"/>
          <p:cNvSpPr txBox="1"/>
          <p:nvPr/>
        </p:nvSpPr>
        <p:spPr>
          <a:xfrm>
            <a:off x="13161599" y="4796306"/>
            <a:ext cx="3769800" cy="6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5 937</a:t>
            </a:r>
            <a:endParaRPr/>
          </a:p>
        </p:txBody>
      </p:sp>
      <p:sp>
        <p:nvSpPr>
          <p:cNvPr id="167" name="Google Shape;167;p15"/>
          <p:cNvSpPr txBox="1"/>
          <p:nvPr/>
        </p:nvSpPr>
        <p:spPr>
          <a:xfrm>
            <a:off x="13139254" y="5916033"/>
            <a:ext cx="3769800" cy="6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1 117,97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168" name="Google Shape;168;p15"/>
          <p:cNvSpPr txBox="1"/>
          <p:nvPr/>
        </p:nvSpPr>
        <p:spPr>
          <a:xfrm>
            <a:off x="13139249" y="7203823"/>
            <a:ext cx="3769800" cy="6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0,19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169" name="Google Shape;169;p15"/>
          <p:cNvSpPr txBox="1"/>
          <p:nvPr/>
        </p:nvSpPr>
        <p:spPr>
          <a:xfrm>
            <a:off x="8355203" y="3601193"/>
            <a:ext cx="4063500" cy="6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83 336</a:t>
            </a:r>
            <a:endParaRPr/>
          </a:p>
        </p:txBody>
      </p:sp>
      <p:sp>
        <p:nvSpPr>
          <p:cNvPr id="170" name="Google Shape;170;p15"/>
          <p:cNvSpPr txBox="1"/>
          <p:nvPr/>
        </p:nvSpPr>
        <p:spPr>
          <a:xfrm>
            <a:off x="8524390" y="4796306"/>
            <a:ext cx="3769800" cy="6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4 669</a:t>
            </a:r>
            <a:endParaRPr/>
          </a:p>
        </p:txBody>
      </p:sp>
      <p:sp>
        <p:nvSpPr>
          <p:cNvPr id="171" name="Google Shape;171;p15"/>
          <p:cNvSpPr txBox="1"/>
          <p:nvPr/>
        </p:nvSpPr>
        <p:spPr>
          <a:xfrm>
            <a:off x="7994005" y="5901574"/>
            <a:ext cx="4785900" cy="6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1 225,6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172" name="Google Shape;172;p15"/>
          <p:cNvSpPr txBox="1"/>
          <p:nvPr/>
        </p:nvSpPr>
        <p:spPr>
          <a:xfrm>
            <a:off x="8149252" y="7203823"/>
            <a:ext cx="4475400" cy="6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0,26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grpSp>
        <p:nvGrpSpPr>
          <p:cNvPr id="173" name="Google Shape;173;p15"/>
          <p:cNvGrpSpPr/>
          <p:nvPr/>
        </p:nvGrpSpPr>
        <p:grpSpPr>
          <a:xfrm>
            <a:off x="819172" y="8211529"/>
            <a:ext cx="6456339" cy="686531"/>
            <a:chOff x="0" y="-57150"/>
            <a:chExt cx="4607064" cy="614400"/>
          </a:xfrm>
        </p:grpSpPr>
        <p:sp>
          <p:nvSpPr>
            <p:cNvPr id="174" name="Google Shape;174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D4545"/>
            </a:solidFill>
            <a:ln>
              <a:noFill/>
            </a:ln>
          </p:spPr>
        </p:sp>
        <p:sp>
          <p:nvSpPr>
            <p:cNvPr id="175" name="Google Shape;175;p15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6" name="Google Shape;176;p15"/>
          <p:cNvSpPr txBox="1"/>
          <p:nvPr/>
        </p:nvSpPr>
        <p:spPr>
          <a:xfrm>
            <a:off x="2141457" y="8402043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CTR Moyen</a:t>
            </a:r>
            <a:endParaRPr/>
          </a:p>
        </p:txBody>
      </p:sp>
      <p:pic>
        <p:nvPicPr>
          <p:cNvPr id="177" name="Google Shape;177;p15" title="sac-dargen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284716" y="8324751"/>
            <a:ext cx="609601" cy="486078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5"/>
          <p:cNvSpPr txBox="1"/>
          <p:nvPr/>
        </p:nvSpPr>
        <p:spPr>
          <a:xfrm>
            <a:off x="13115524" y="8318173"/>
            <a:ext cx="3769800" cy="6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6,94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179" name="Google Shape;179;p15"/>
          <p:cNvSpPr txBox="1"/>
          <p:nvPr/>
        </p:nvSpPr>
        <p:spPr>
          <a:xfrm>
            <a:off x="8125527" y="8318173"/>
            <a:ext cx="4475400" cy="6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5,60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%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6"/>
          <p:cNvSpPr txBox="1"/>
          <p:nvPr/>
        </p:nvSpPr>
        <p:spPr>
          <a:xfrm>
            <a:off x="3196211" y="698435"/>
            <a:ext cx="118956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</a:t>
            </a:r>
            <a:r>
              <a:rPr lang="en-US" sz="7500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MICROSOFT ADS</a:t>
            </a:r>
            <a:endParaRPr sz="7500">
              <a:solidFill>
                <a:srgbClr val="FFFFFF"/>
              </a:solidFill>
              <a:latin typeface="Allerta Stencil"/>
              <a:ea typeface="Allerta Stencil"/>
              <a:cs typeface="Allerta Stencil"/>
              <a:sym typeface="Allerta Stencil"/>
            </a:endParaRPr>
          </a:p>
        </p:txBody>
      </p:sp>
      <p:sp>
        <p:nvSpPr>
          <p:cNvPr id="185" name="Google Shape;185;p16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86" name="Google Shape;186;p16"/>
          <p:cNvGrpSpPr/>
          <p:nvPr/>
        </p:nvGrpSpPr>
        <p:grpSpPr>
          <a:xfrm rot="-5400000">
            <a:off x="-6824772" y="3910612"/>
            <a:ext cx="11958230" cy="2037834"/>
            <a:chOff x="0" y="-28575"/>
            <a:chExt cx="3149472" cy="536710"/>
          </a:xfrm>
        </p:grpSpPr>
        <p:sp>
          <p:nvSpPr>
            <p:cNvPr id="187" name="Google Shape;187;p16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88" name="Google Shape;188;p16"/>
            <p:cNvSpPr txBox="1"/>
            <p:nvPr/>
          </p:nvSpPr>
          <p:spPr>
            <a:xfrm>
              <a:off x="0" y="-28575"/>
              <a:ext cx="3149400" cy="53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9" name="Google Shape;189;p16"/>
          <p:cNvGrpSpPr/>
          <p:nvPr/>
        </p:nvGrpSpPr>
        <p:grpSpPr>
          <a:xfrm>
            <a:off x="859562" y="3716447"/>
            <a:ext cx="6503792" cy="867348"/>
            <a:chOff x="0" y="-57150"/>
            <a:chExt cx="4607064" cy="614400"/>
          </a:xfrm>
        </p:grpSpPr>
        <p:sp>
          <p:nvSpPr>
            <p:cNvPr id="190" name="Google Shape;190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91" name="Google Shape;191;p16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2" name="Google Shape;192;p16"/>
          <p:cNvGrpSpPr/>
          <p:nvPr/>
        </p:nvGrpSpPr>
        <p:grpSpPr>
          <a:xfrm>
            <a:off x="859562" y="5193871"/>
            <a:ext cx="6503792" cy="867348"/>
            <a:chOff x="0" y="-57150"/>
            <a:chExt cx="4607064" cy="614400"/>
          </a:xfrm>
        </p:grpSpPr>
        <p:sp>
          <p:nvSpPr>
            <p:cNvPr id="193" name="Google Shape;193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194" name="Google Shape;194;p16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5" name="Google Shape;195;p16"/>
          <p:cNvSpPr/>
          <p:nvPr/>
        </p:nvSpPr>
        <p:spPr>
          <a:xfrm>
            <a:off x="1767858" y="5405043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6" name="Google Shape;196;p16"/>
          <p:cNvSpPr/>
          <p:nvPr/>
        </p:nvSpPr>
        <p:spPr>
          <a:xfrm>
            <a:off x="1767862" y="3913255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7" name="Google Shape;197;p16"/>
          <p:cNvSpPr txBox="1"/>
          <p:nvPr/>
        </p:nvSpPr>
        <p:spPr>
          <a:xfrm>
            <a:off x="1759601" y="5429300"/>
            <a:ext cx="53253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Microsoft ADS</a:t>
            </a:r>
            <a:endParaRPr b="1" sz="2264" u="sng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8" name="Google Shape;198;p16"/>
          <p:cNvSpPr txBox="1"/>
          <p:nvPr/>
        </p:nvSpPr>
        <p:spPr>
          <a:xfrm>
            <a:off x="1891987" y="3999351"/>
            <a:ext cx="50238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5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Microsoft ADS</a:t>
            </a:r>
            <a:endParaRPr b="1" sz="2265" u="sng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99" name="Google Shape;199;p16"/>
          <p:cNvGrpSpPr/>
          <p:nvPr/>
        </p:nvGrpSpPr>
        <p:grpSpPr>
          <a:xfrm>
            <a:off x="883284" y="8201741"/>
            <a:ext cx="6456339" cy="861020"/>
            <a:chOff x="0" y="-57150"/>
            <a:chExt cx="4607064" cy="614400"/>
          </a:xfrm>
        </p:grpSpPr>
        <p:sp>
          <p:nvSpPr>
            <p:cNvPr id="200" name="Google Shape;200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201" name="Google Shape;201;p16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2" name="Google Shape;202;p16"/>
          <p:cNvSpPr txBox="1"/>
          <p:nvPr/>
        </p:nvSpPr>
        <p:spPr>
          <a:xfrm>
            <a:off x="2205566" y="8440671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 </a:t>
            </a:r>
            <a:endParaRPr/>
          </a:p>
        </p:txBody>
      </p:sp>
      <p:cxnSp>
        <p:nvCxnSpPr>
          <p:cNvPr id="203" name="Google Shape;203;p16"/>
          <p:cNvCxnSpPr/>
          <p:nvPr/>
        </p:nvCxnSpPr>
        <p:spPr>
          <a:xfrm rot="10800000">
            <a:off x="12768272" y="3530812"/>
            <a:ext cx="0" cy="5982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04" name="Google Shape;204;p16"/>
          <p:cNvSpPr/>
          <p:nvPr/>
        </p:nvSpPr>
        <p:spPr>
          <a:xfrm rot="-2991871">
            <a:off x="16244780" y="528036"/>
            <a:ext cx="971994" cy="870888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-2140" t="0"/>
            </a:stretch>
          </a:blipFill>
          <a:ln>
            <a:noFill/>
          </a:ln>
        </p:spPr>
      </p:sp>
      <p:sp>
        <p:nvSpPr>
          <p:cNvPr id="205" name="Google Shape;205;p16"/>
          <p:cNvSpPr/>
          <p:nvPr/>
        </p:nvSpPr>
        <p:spPr>
          <a:xfrm rot="-7996595">
            <a:off x="16812912" y="1143422"/>
            <a:ext cx="971394" cy="531598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6" name="Google Shape;206;p16"/>
          <p:cNvSpPr txBox="1"/>
          <p:nvPr/>
        </p:nvSpPr>
        <p:spPr>
          <a:xfrm>
            <a:off x="13077411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207" name="Google Shape;207;p16"/>
          <p:cNvSpPr txBox="1"/>
          <p:nvPr/>
        </p:nvSpPr>
        <p:spPr>
          <a:xfrm>
            <a:off x="92964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grpSp>
        <p:nvGrpSpPr>
          <p:cNvPr id="208" name="Google Shape;208;p16"/>
          <p:cNvGrpSpPr/>
          <p:nvPr/>
        </p:nvGrpSpPr>
        <p:grpSpPr>
          <a:xfrm>
            <a:off x="883280" y="6671300"/>
            <a:ext cx="6503792" cy="840369"/>
            <a:chOff x="0" y="-38100"/>
            <a:chExt cx="4607064" cy="595289"/>
          </a:xfrm>
        </p:grpSpPr>
        <p:sp>
          <p:nvSpPr>
            <p:cNvPr id="209" name="Google Shape;209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210" name="Google Shape;210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1" name="Google Shape;211;p16"/>
          <p:cNvSpPr txBox="1"/>
          <p:nvPr/>
        </p:nvSpPr>
        <p:spPr>
          <a:xfrm>
            <a:off x="1967420" y="6859255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Microsoft ADS</a:t>
            </a:r>
            <a:endParaRPr/>
          </a:p>
        </p:txBody>
      </p:sp>
      <p:sp>
        <p:nvSpPr>
          <p:cNvPr id="212" name="Google Shape;212;p16"/>
          <p:cNvSpPr txBox="1"/>
          <p:nvPr/>
        </p:nvSpPr>
        <p:spPr>
          <a:xfrm>
            <a:off x="13354393" y="3034325"/>
            <a:ext cx="38175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3" name="Google Shape;213;p16"/>
          <p:cNvSpPr txBox="1"/>
          <p:nvPr/>
        </p:nvSpPr>
        <p:spPr>
          <a:xfrm>
            <a:off x="9546026" y="3034325"/>
            <a:ext cx="230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pic>
        <p:nvPicPr>
          <p:cNvPr id="214" name="Google Shape;214;p16" title="sac-dargent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348825" y="8343738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16" title="Microsoft-Advertising-removebg-preview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906300" y="1101726"/>
            <a:ext cx="4475400" cy="2519933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6"/>
          <p:cNvSpPr txBox="1"/>
          <p:nvPr/>
        </p:nvSpPr>
        <p:spPr>
          <a:xfrm>
            <a:off x="13364152" y="3602425"/>
            <a:ext cx="4672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1 085</a:t>
            </a:r>
            <a:endParaRPr/>
          </a:p>
        </p:txBody>
      </p:sp>
      <p:sp>
        <p:nvSpPr>
          <p:cNvPr id="217" name="Google Shape;217;p16"/>
          <p:cNvSpPr txBox="1"/>
          <p:nvPr/>
        </p:nvSpPr>
        <p:spPr>
          <a:xfrm>
            <a:off x="13364150" y="5163100"/>
            <a:ext cx="4672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40</a:t>
            </a:r>
            <a:endParaRPr/>
          </a:p>
        </p:txBody>
      </p:sp>
      <p:sp>
        <p:nvSpPr>
          <p:cNvPr id="218" name="Google Shape;218;p16"/>
          <p:cNvSpPr txBox="1"/>
          <p:nvPr/>
        </p:nvSpPr>
        <p:spPr>
          <a:xfrm>
            <a:off x="13364150" y="6721225"/>
            <a:ext cx="4672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13,45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9" name="Google Shape;219;p16"/>
          <p:cNvSpPr txBox="1"/>
          <p:nvPr/>
        </p:nvSpPr>
        <p:spPr>
          <a:xfrm>
            <a:off x="13364150" y="8279775"/>
            <a:ext cx="4672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0,34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0" name="Google Shape;220;p16"/>
          <p:cNvSpPr txBox="1"/>
          <p:nvPr/>
        </p:nvSpPr>
        <p:spPr>
          <a:xfrm>
            <a:off x="7167615" y="3733925"/>
            <a:ext cx="53502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1 847</a:t>
            </a:r>
            <a:endParaRPr/>
          </a:p>
        </p:txBody>
      </p:sp>
      <p:sp>
        <p:nvSpPr>
          <p:cNvPr id="221" name="Google Shape;221;p16"/>
          <p:cNvSpPr txBox="1"/>
          <p:nvPr/>
        </p:nvSpPr>
        <p:spPr>
          <a:xfrm>
            <a:off x="7167614" y="5294600"/>
            <a:ext cx="53502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44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2" name="Google Shape;222;p16"/>
          <p:cNvSpPr txBox="1"/>
          <p:nvPr/>
        </p:nvSpPr>
        <p:spPr>
          <a:xfrm>
            <a:off x="7167613" y="6852725"/>
            <a:ext cx="552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20,96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3" name="Google Shape;223;p16"/>
          <p:cNvSpPr txBox="1"/>
          <p:nvPr/>
        </p:nvSpPr>
        <p:spPr>
          <a:xfrm>
            <a:off x="7167613" y="8411275"/>
            <a:ext cx="552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0,48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4" name="Google Shape;224;p16"/>
          <p:cNvSpPr/>
          <p:nvPr/>
        </p:nvSpPr>
        <p:spPr>
          <a:xfrm>
            <a:off x="2269024" y="6766027"/>
            <a:ext cx="568298" cy="730930"/>
          </a:xfrm>
          <a:custGeom>
            <a:rect b="b" l="l" r="r" t="t"/>
            <a:pathLst>
              <a:path extrusionOk="0" h="981114" w="762816">
                <a:moveTo>
                  <a:pt x="0" y="0"/>
                </a:moveTo>
                <a:lnTo>
                  <a:pt x="762816" y="0"/>
                </a:lnTo>
                <a:lnTo>
                  <a:pt x="762816" y="981114"/>
                </a:lnTo>
                <a:lnTo>
                  <a:pt x="0" y="9811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oogle Shape;229;p17"/>
          <p:cNvGrpSpPr/>
          <p:nvPr/>
        </p:nvGrpSpPr>
        <p:grpSpPr>
          <a:xfrm>
            <a:off x="1082550" y="3812550"/>
            <a:ext cx="6507939" cy="873825"/>
            <a:chOff x="0" y="-38100"/>
            <a:chExt cx="4607064" cy="595289"/>
          </a:xfrm>
        </p:grpSpPr>
        <p:sp>
          <p:nvSpPr>
            <p:cNvPr id="230" name="Google Shape;230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CD00"/>
            </a:solidFill>
            <a:ln>
              <a:noFill/>
            </a:ln>
          </p:spPr>
        </p:sp>
        <p:sp>
          <p:nvSpPr>
            <p:cNvPr id="231" name="Google Shape;231;p17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2" name="Google Shape;232;p17"/>
          <p:cNvSpPr/>
          <p:nvPr/>
        </p:nvSpPr>
        <p:spPr>
          <a:xfrm>
            <a:off x="2543136" y="4023881"/>
            <a:ext cx="465565" cy="451175"/>
          </a:xfrm>
          <a:custGeom>
            <a:rect b="b" l="l" r="r" t="t"/>
            <a:pathLst>
              <a:path extrusionOk="0" h="451175" w="465565">
                <a:moveTo>
                  <a:pt x="0" y="0"/>
                </a:moveTo>
                <a:lnTo>
                  <a:pt x="465565" y="0"/>
                </a:lnTo>
                <a:lnTo>
                  <a:pt x="465565" y="451175"/>
                </a:lnTo>
                <a:lnTo>
                  <a:pt x="0" y="4511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3" name="Google Shape;233;p17"/>
          <p:cNvSpPr txBox="1"/>
          <p:nvPr/>
        </p:nvSpPr>
        <p:spPr>
          <a:xfrm>
            <a:off x="2310298" y="4054244"/>
            <a:ext cx="48222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5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Total</a:t>
            </a:r>
            <a:endParaRPr/>
          </a:p>
        </p:txBody>
      </p:sp>
      <p:sp>
        <p:nvSpPr>
          <p:cNvPr id="234" name="Google Shape;234;p17"/>
          <p:cNvSpPr txBox="1"/>
          <p:nvPr/>
        </p:nvSpPr>
        <p:spPr>
          <a:xfrm>
            <a:off x="4425496" y="1019175"/>
            <a:ext cx="9437009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SYNTHÈSE </a:t>
            </a:r>
            <a:endParaRPr/>
          </a:p>
        </p:txBody>
      </p:sp>
      <p:grpSp>
        <p:nvGrpSpPr>
          <p:cNvPr id="235" name="Google Shape;235;p17"/>
          <p:cNvGrpSpPr/>
          <p:nvPr/>
        </p:nvGrpSpPr>
        <p:grpSpPr>
          <a:xfrm>
            <a:off x="1175999" y="5721623"/>
            <a:ext cx="6456339" cy="834238"/>
            <a:chOff x="0" y="-38100"/>
            <a:chExt cx="4607064" cy="595289"/>
          </a:xfrm>
        </p:grpSpPr>
        <p:sp>
          <p:nvSpPr>
            <p:cNvPr id="236" name="Google Shape;236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237" name="Google Shape;237;p17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8" name="Google Shape;238;p17"/>
          <p:cNvSpPr txBox="1"/>
          <p:nvPr/>
        </p:nvSpPr>
        <p:spPr>
          <a:xfrm>
            <a:off x="2094601" y="5906328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Meta ADS</a:t>
            </a:r>
            <a:endParaRPr/>
          </a:p>
        </p:txBody>
      </p:sp>
      <p:grpSp>
        <p:nvGrpSpPr>
          <p:cNvPr id="239" name="Google Shape;239;p17"/>
          <p:cNvGrpSpPr/>
          <p:nvPr/>
        </p:nvGrpSpPr>
        <p:grpSpPr>
          <a:xfrm>
            <a:off x="1082551" y="7591088"/>
            <a:ext cx="6456339" cy="834238"/>
            <a:chOff x="0" y="-38100"/>
            <a:chExt cx="4607064" cy="595289"/>
          </a:xfrm>
        </p:grpSpPr>
        <p:sp>
          <p:nvSpPr>
            <p:cNvPr id="240" name="Google Shape;240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  <a:ln>
              <a:noFill/>
            </a:ln>
          </p:spPr>
        </p:sp>
        <p:sp>
          <p:nvSpPr>
            <p:cNvPr id="241" name="Google Shape;241;p17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2" name="Google Shape;242;p17"/>
          <p:cNvSpPr txBox="1"/>
          <p:nvPr/>
        </p:nvSpPr>
        <p:spPr>
          <a:xfrm>
            <a:off x="2052826" y="7796666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</a:t>
            </a: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Google</a:t>
            </a: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ADS</a:t>
            </a:r>
            <a:endParaRPr/>
          </a:p>
        </p:txBody>
      </p:sp>
      <p:sp>
        <p:nvSpPr>
          <p:cNvPr id="243" name="Google Shape;243;p17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44" name="Google Shape;244;p17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245" name="Google Shape;245;p17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46" name="Google Shape;246;p17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7" name="Google Shape;247;p17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248" name="Google Shape;248;p17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249" name="Google Shape;249;p17"/>
          <p:cNvCxnSpPr/>
          <p:nvPr/>
        </p:nvCxnSpPr>
        <p:spPr>
          <a:xfrm rot="10800000">
            <a:off x="12920905" y="3307565"/>
            <a:ext cx="0" cy="5982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50" name="Google Shape;250;p17"/>
          <p:cNvSpPr txBox="1"/>
          <p:nvPr/>
        </p:nvSpPr>
        <p:spPr>
          <a:xfrm>
            <a:off x="13556319" y="2980875"/>
            <a:ext cx="3387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1" name="Google Shape;251;p17"/>
          <p:cNvSpPr txBox="1"/>
          <p:nvPr/>
        </p:nvSpPr>
        <p:spPr>
          <a:xfrm>
            <a:off x="8950951" y="2980875"/>
            <a:ext cx="230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sp>
        <p:nvSpPr>
          <p:cNvPr id="252" name="Google Shape;252;p17"/>
          <p:cNvSpPr txBox="1"/>
          <p:nvPr/>
        </p:nvSpPr>
        <p:spPr>
          <a:xfrm>
            <a:off x="13529633" y="3916525"/>
            <a:ext cx="36405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1 131,42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253" name="Google Shape;253;p17"/>
          <p:cNvSpPr txBox="1"/>
          <p:nvPr/>
        </p:nvSpPr>
        <p:spPr>
          <a:xfrm>
            <a:off x="13471503" y="5818112"/>
            <a:ext cx="36405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1 117,97</a:t>
            </a: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254" name="Google Shape;254;p17"/>
          <p:cNvSpPr txBox="1"/>
          <p:nvPr/>
        </p:nvSpPr>
        <p:spPr>
          <a:xfrm>
            <a:off x="8242003" y="3916525"/>
            <a:ext cx="44934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1 246,56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255" name="Google Shape;255;p17"/>
          <p:cNvSpPr txBox="1"/>
          <p:nvPr/>
        </p:nvSpPr>
        <p:spPr>
          <a:xfrm>
            <a:off x="13429728" y="7646073"/>
            <a:ext cx="36405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13,45 €</a:t>
            </a:r>
            <a:endParaRPr sz="434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6" name="Google Shape;256;p17"/>
          <p:cNvSpPr txBox="1"/>
          <p:nvPr/>
        </p:nvSpPr>
        <p:spPr>
          <a:xfrm>
            <a:off x="8182273" y="5818106"/>
            <a:ext cx="44934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1 225,6</a:t>
            </a: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257" name="Google Shape;257;p17"/>
          <p:cNvSpPr txBox="1"/>
          <p:nvPr/>
        </p:nvSpPr>
        <p:spPr>
          <a:xfrm>
            <a:off x="8140498" y="7646070"/>
            <a:ext cx="44934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20,96</a:t>
            </a: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258" name="Google Shape;258;p17"/>
          <p:cNvSpPr/>
          <p:nvPr/>
        </p:nvSpPr>
        <p:spPr>
          <a:xfrm>
            <a:off x="2250576" y="5817888"/>
            <a:ext cx="535100" cy="668814"/>
          </a:xfrm>
          <a:custGeom>
            <a:rect b="b" l="l" r="r" t="t"/>
            <a:pathLst>
              <a:path extrusionOk="0" h="862986" w="670972">
                <a:moveTo>
                  <a:pt x="0" y="0"/>
                </a:moveTo>
                <a:lnTo>
                  <a:pt x="670972" y="0"/>
                </a:lnTo>
                <a:lnTo>
                  <a:pt x="670972" y="862986"/>
                </a:lnTo>
                <a:lnTo>
                  <a:pt x="0" y="862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9" name="Google Shape;259;p17"/>
          <p:cNvSpPr/>
          <p:nvPr/>
        </p:nvSpPr>
        <p:spPr>
          <a:xfrm>
            <a:off x="2052826" y="7648338"/>
            <a:ext cx="535100" cy="668814"/>
          </a:xfrm>
          <a:custGeom>
            <a:rect b="b" l="l" r="r" t="t"/>
            <a:pathLst>
              <a:path extrusionOk="0" h="862986" w="670972">
                <a:moveTo>
                  <a:pt x="0" y="0"/>
                </a:moveTo>
                <a:lnTo>
                  <a:pt x="670972" y="0"/>
                </a:lnTo>
                <a:lnTo>
                  <a:pt x="670972" y="862986"/>
                </a:lnTo>
                <a:lnTo>
                  <a:pt x="0" y="862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8"/>
          <p:cNvSpPr/>
          <p:nvPr/>
        </p:nvSpPr>
        <p:spPr>
          <a:xfrm>
            <a:off x="0" y="34068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5" name="Google Shape;265;p18"/>
          <p:cNvSpPr/>
          <p:nvPr/>
        </p:nvSpPr>
        <p:spPr>
          <a:xfrm>
            <a:off x="1875581" y="4349644"/>
            <a:ext cx="14536837" cy="1587711"/>
          </a:xfrm>
          <a:custGeom>
            <a:rect b="b" l="l" r="r" t="t"/>
            <a:pathLst>
              <a:path extrusionOk="0" h="1587711" w="14536837">
                <a:moveTo>
                  <a:pt x="0" y="0"/>
                </a:moveTo>
                <a:lnTo>
                  <a:pt x="14536838" y="0"/>
                </a:lnTo>
                <a:lnTo>
                  <a:pt x="14536838" y="1587712"/>
                </a:lnTo>
                <a:lnTo>
                  <a:pt x="0" y="15877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6" name="Google Shape;266;p18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67" name="Google Shape;267;p18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268" name="Google Shape;268;p18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69" name="Google Shape;269;p18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