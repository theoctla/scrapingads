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7.jp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10" Type="http://schemas.openxmlformats.org/officeDocument/2006/relationships/image" Target="../media/image29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Champagne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25 307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123 324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26 320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151 153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1 428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1 232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925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47 021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764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720,33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0,26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56 079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850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879,45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0,29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2 051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2 202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391463"/>
            <a:ext cx="6710189" cy="849954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583155"/>
            <a:ext cx="6710189" cy="849954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771432"/>
            <a:ext cx="6710189" cy="849954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569369"/>
            <a:ext cx="630289" cy="584314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830100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642049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6013464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684243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290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875933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1 370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606568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1 694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684243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359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875933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1 390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606568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723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47550" y="8378410"/>
            <a:ext cx="6710189" cy="861383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31292" y="8628874"/>
            <a:ext cx="405640" cy="457739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36421" y="8627377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47550" y="7085924"/>
            <a:ext cx="6710189" cy="861383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47076" y="7255418"/>
            <a:ext cx="688568" cy="584696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76479" y="7334888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02498" y="8638486"/>
            <a:ext cx="4013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25 307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02497" y="7250097"/>
            <a:ext cx="4013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123 324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72623" y="8627387"/>
            <a:ext cx="389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26 320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49528" y="7250106"/>
            <a:ext cx="4166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151 153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840996"/>
            <a:ext cx="789600" cy="774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742410"/>
            <a:ext cx="609600" cy="5975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76 303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22 492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293,09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95 074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23 268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381,96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29.48%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24.47%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0,62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1 013,42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720,33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293,09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1 261,41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879,45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381,96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0,43€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0,67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