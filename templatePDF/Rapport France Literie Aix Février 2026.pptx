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10287000" cx="18288000"/>
  <p:notesSz cx="6858000" cy="9144000"/>
  <p:embeddedFontLst>
    <p:embeddedFont>
      <p:font typeface="Anton"/>
      <p:regular r:id="rId14"/>
    </p:embeddedFont>
    <p:embeddedFont>
      <p:font typeface="Poppins"/>
      <p:bold r:id="rId15"/>
      <p:boldItalic r:id="rId16"/>
    </p:embeddedFont>
    <p:embeddedFont>
      <p:font typeface="Allerta Stencil"/>
      <p:regular r:id="rId17"/>
    </p:embeddedFont>
    <p:embeddedFont>
      <p:font typeface="DM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Poppins-bold.fntdata"/><Relationship Id="rId14" Type="http://schemas.openxmlformats.org/officeDocument/2006/relationships/font" Target="fonts/Anton-regular.fntdata"/><Relationship Id="rId17" Type="http://schemas.openxmlformats.org/officeDocument/2006/relationships/font" Target="fonts/AllertaStencil-regular.fntdata"/><Relationship Id="rId16" Type="http://schemas.openxmlformats.org/officeDocument/2006/relationships/font" Target="fonts/Poppins-bold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DMSans-boldItalic.fntdata"/><Relationship Id="rId6" Type="http://schemas.openxmlformats.org/officeDocument/2006/relationships/slide" Target="slides/slide1.xml"/><Relationship Id="rId18" Type="http://schemas.openxmlformats.org/officeDocument/2006/relationships/font" Target="fonts/DM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b56ef6f76c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g3b56ef6f76c_0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b56f6dbf66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b56f6dbf66_0_5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9" name="Google Shape;3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1.png"/><Relationship Id="rId4" Type="http://schemas.openxmlformats.org/officeDocument/2006/relationships/image" Target="../media/image25.jpg"/><Relationship Id="rId5" Type="http://schemas.openxmlformats.org/officeDocument/2006/relationships/image" Target="../media/image8.png"/><Relationship Id="rId6" Type="http://schemas.openxmlformats.org/officeDocument/2006/relationships/image" Target="../media/image5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11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14.png"/><Relationship Id="rId8" Type="http://schemas.openxmlformats.org/officeDocument/2006/relationships/image" Target="../media/image2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10" Type="http://schemas.openxmlformats.org/officeDocument/2006/relationships/image" Target="../media/image17.png"/><Relationship Id="rId9" Type="http://schemas.openxmlformats.org/officeDocument/2006/relationships/image" Target="../media/image13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9" Type="http://schemas.openxmlformats.org/officeDocument/2006/relationships/image" Target="../media/image29.png"/><Relationship Id="rId5" Type="http://schemas.openxmlformats.org/officeDocument/2006/relationships/image" Target="../media/image6.png"/><Relationship Id="rId6" Type="http://schemas.openxmlformats.org/officeDocument/2006/relationships/image" Target="../media/image26.png"/><Relationship Id="rId7" Type="http://schemas.openxmlformats.org/officeDocument/2006/relationships/image" Target="../media/image14.png"/><Relationship Id="rId8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4.png"/><Relationship Id="rId10" Type="http://schemas.openxmlformats.org/officeDocument/2006/relationships/image" Target="../media/image17.png"/><Relationship Id="rId9" Type="http://schemas.openxmlformats.org/officeDocument/2006/relationships/image" Target="../media/image18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6.png"/><Relationship Id="rId6" Type="http://schemas.openxmlformats.org/officeDocument/2006/relationships/image" Target="../media/image18.png"/><Relationship Id="rId7" Type="http://schemas.openxmlformats.org/officeDocument/2006/relationships/image" Target="../media/image14.png"/><Relationship Id="rId8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5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1.png"/><Relationship Id="rId4" Type="http://schemas.openxmlformats.org/officeDocument/2006/relationships/image" Target="../media/image8.png"/><Relationship Id="rId5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France Literie Aix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03" name="Google Shape;10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04" name="Google Shape;10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05" name="Google Shape;10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06" name="Google Shape;10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7" name="Google Shape;10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08" name="Google Shape;10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09" name="Google Shape;109;p14"/>
          <p:cNvCxnSpPr/>
          <p:nvPr/>
        </p:nvCxnSpPr>
        <p:spPr>
          <a:xfrm rot="10800000">
            <a:off x="12727897" y="332231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10" name="Google Shape;110;p14"/>
          <p:cNvSpPr txBox="1"/>
          <p:nvPr/>
        </p:nvSpPr>
        <p:spPr>
          <a:xfrm>
            <a:off x="13321822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grpSp>
        <p:nvGrpSpPr>
          <p:cNvPr id="111" name="Google Shape;111;p14"/>
          <p:cNvGrpSpPr/>
          <p:nvPr/>
        </p:nvGrpSpPr>
        <p:grpSpPr>
          <a:xfrm>
            <a:off x="1422981" y="3768693"/>
            <a:ext cx="6503792" cy="867348"/>
            <a:chOff x="0" y="-57150"/>
            <a:chExt cx="4607064" cy="614400"/>
          </a:xfrm>
        </p:grpSpPr>
        <p:sp>
          <p:nvSpPr>
            <p:cNvPr id="112" name="Google Shape;112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13" name="Google Shape;113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4" name="Google Shape;114;p14"/>
          <p:cNvSpPr/>
          <p:nvPr/>
        </p:nvSpPr>
        <p:spPr>
          <a:xfrm>
            <a:off x="1916454" y="3958452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5" name="Google Shape;115;p14"/>
          <p:cNvSpPr txBox="1"/>
          <p:nvPr/>
        </p:nvSpPr>
        <p:spPr>
          <a:xfrm>
            <a:off x="2519136" y="3998025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9613929" y="2703204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13039951" y="2774213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8947250" y="2774213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grpSp>
        <p:nvGrpSpPr>
          <p:cNvPr id="119" name="Google Shape;119;p14"/>
          <p:cNvGrpSpPr/>
          <p:nvPr/>
        </p:nvGrpSpPr>
        <p:grpSpPr>
          <a:xfrm>
            <a:off x="1399256" y="5112986"/>
            <a:ext cx="6503792" cy="840369"/>
            <a:chOff x="0" y="-38100"/>
            <a:chExt cx="4607064" cy="595289"/>
          </a:xfrm>
        </p:grpSpPr>
        <p:sp>
          <p:nvSpPr>
            <p:cNvPr id="120" name="Google Shape;120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21" name="Google Shape;121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2" name="Google Shape;122;p14"/>
          <p:cNvSpPr txBox="1"/>
          <p:nvPr/>
        </p:nvSpPr>
        <p:spPr>
          <a:xfrm>
            <a:off x="2495395" y="5338714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sur les publicités</a:t>
            </a:r>
            <a:endParaRPr/>
          </a:p>
        </p:txBody>
      </p:sp>
      <p:grpSp>
        <p:nvGrpSpPr>
          <p:cNvPr id="123" name="Google Shape;123;p14"/>
          <p:cNvGrpSpPr/>
          <p:nvPr/>
        </p:nvGrpSpPr>
        <p:grpSpPr>
          <a:xfrm>
            <a:off x="1399259" y="6430271"/>
            <a:ext cx="6456339" cy="861020"/>
            <a:chOff x="0" y="-57150"/>
            <a:chExt cx="4607064" cy="614400"/>
          </a:xfrm>
        </p:grpSpPr>
        <p:sp>
          <p:nvSpPr>
            <p:cNvPr id="124" name="Google Shape;124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5" name="Google Shape;125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6" name="Google Shape;126;p14"/>
          <p:cNvSpPr txBox="1"/>
          <p:nvPr/>
        </p:nvSpPr>
        <p:spPr>
          <a:xfrm>
            <a:off x="2364285" y="6666124"/>
            <a:ext cx="49539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1399259" y="7622421"/>
            <a:ext cx="6503792" cy="867348"/>
            <a:chOff x="0" y="-57150"/>
            <a:chExt cx="4607064" cy="614400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57150"/>
              <a:ext cx="4353000" cy="614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2857025" y="7880125"/>
            <a:ext cx="40941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téléphonique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051448" y="5303835"/>
            <a:ext cx="380966" cy="418392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pic>
        <p:nvPicPr>
          <p:cNvPr id="132" name="Google Shape;132;p14" title="itineraire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2301188" y="658564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4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432425" y="7805781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4"/>
          <p:cNvSpPr txBox="1"/>
          <p:nvPr/>
        </p:nvSpPr>
        <p:spPr>
          <a:xfrm>
            <a:off x="12827140" y="522807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3 058</a:t>
            </a:r>
            <a:endParaRPr sz="1263"/>
          </a:p>
        </p:txBody>
      </p:sp>
      <p:sp>
        <p:nvSpPr>
          <p:cNvPr id="135" name="Google Shape;135;p14"/>
          <p:cNvSpPr txBox="1"/>
          <p:nvPr/>
        </p:nvSpPr>
        <p:spPr>
          <a:xfrm>
            <a:off x="12747865" y="4015168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124 963</a:t>
            </a:r>
            <a:endParaRPr sz="1263"/>
          </a:p>
        </p:txBody>
      </p:sp>
      <p:sp>
        <p:nvSpPr>
          <p:cNvPr id="136" name="Google Shape;136;p14"/>
          <p:cNvSpPr txBox="1"/>
          <p:nvPr/>
        </p:nvSpPr>
        <p:spPr>
          <a:xfrm>
            <a:off x="8855241" y="522807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3 057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37" name="Google Shape;137;p14"/>
          <p:cNvSpPr txBox="1"/>
          <p:nvPr/>
        </p:nvSpPr>
        <p:spPr>
          <a:xfrm>
            <a:off x="8775966" y="3998032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116 253</a:t>
            </a:r>
            <a:endParaRPr sz="1263"/>
          </a:p>
        </p:txBody>
      </p:sp>
      <p:sp>
        <p:nvSpPr>
          <p:cNvPr id="138" name="Google Shape;138;p14"/>
          <p:cNvSpPr txBox="1"/>
          <p:nvPr/>
        </p:nvSpPr>
        <p:spPr>
          <a:xfrm>
            <a:off x="12919139" y="659865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340</a:t>
            </a:r>
            <a:endParaRPr sz="1263"/>
          </a:p>
        </p:txBody>
      </p:sp>
      <p:sp>
        <p:nvSpPr>
          <p:cNvPr id="139" name="Google Shape;139;p14"/>
          <p:cNvSpPr txBox="1"/>
          <p:nvPr/>
        </p:nvSpPr>
        <p:spPr>
          <a:xfrm>
            <a:off x="8947243" y="657201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379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12919139" y="7818800"/>
            <a:ext cx="37734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184</a:t>
            </a:r>
            <a:endParaRPr sz="1263"/>
          </a:p>
        </p:txBody>
      </p:sp>
      <p:sp>
        <p:nvSpPr>
          <p:cNvPr id="141" name="Google Shape;141;p14"/>
          <p:cNvSpPr txBox="1"/>
          <p:nvPr/>
        </p:nvSpPr>
        <p:spPr>
          <a:xfrm>
            <a:off x="8947243" y="7792161"/>
            <a:ext cx="3663300" cy="6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84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8" name="Google Shape;148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9" name="Google Shape;149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50" name="Google Shape;150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1487937" y="3335072"/>
            <a:ext cx="6503792" cy="867262"/>
            <a:chOff x="0" y="-57150"/>
            <a:chExt cx="4607064" cy="614339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53" name="Google Shape;153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4" name="Google Shape;154;p15"/>
          <p:cNvGrpSpPr/>
          <p:nvPr/>
        </p:nvGrpSpPr>
        <p:grpSpPr>
          <a:xfrm>
            <a:off x="1487937" y="4534871"/>
            <a:ext cx="6503792" cy="867262"/>
            <a:chOff x="0" y="-57150"/>
            <a:chExt cx="4607064" cy="614339"/>
          </a:xfrm>
        </p:grpSpPr>
        <p:sp>
          <p:nvSpPr>
            <p:cNvPr id="155" name="Google Shape;15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56" name="Google Shape;15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5"/>
          <p:cNvGrpSpPr/>
          <p:nvPr/>
        </p:nvGrpSpPr>
        <p:grpSpPr>
          <a:xfrm>
            <a:off x="1301230" y="8574416"/>
            <a:ext cx="6503792" cy="840369"/>
            <a:chOff x="0" y="-38100"/>
            <a:chExt cx="4607064" cy="595289"/>
          </a:xfrm>
        </p:grpSpPr>
        <p:sp>
          <p:nvSpPr>
            <p:cNvPr id="158" name="Google Shape;15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9" name="Google Shape;15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0" name="Google Shape;160;p15"/>
          <p:cNvSpPr/>
          <p:nvPr/>
        </p:nvSpPr>
        <p:spPr>
          <a:xfrm>
            <a:off x="2790945" y="48070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15"/>
          <p:cNvSpPr/>
          <p:nvPr/>
        </p:nvSpPr>
        <p:spPr>
          <a:xfrm>
            <a:off x="2228387" y="351638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15"/>
          <p:cNvSpPr txBox="1"/>
          <p:nvPr/>
        </p:nvSpPr>
        <p:spPr>
          <a:xfrm>
            <a:off x="2387976" y="4770300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Search</a:t>
            </a:r>
            <a:endParaRPr/>
          </a:p>
        </p:txBody>
      </p:sp>
      <p:sp>
        <p:nvSpPr>
          <p:cNvPr id="163" name="Google Shape;163;p15"/>
          <p:cNvSpPr txBox="1"/>
          <p:nvPr/>
        </p:nvSpPr>
        <p:spPr>
          <a:xfrm>
            <a:off x="2421087" y="357050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2387970" y="8820297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</a:t>
            </a:r>
            <a:endParaRPr/>
          </a:p>
        </p:txBody>
      </p:sp>
      <p:grpSp>
        <p:nvGrpSpPr>
          <p:cNvPr id="165" name="Google Shape;165;p15"/>
          <p:cNvGrpSpPr/>
          <p:nvPr/>
        </p:nvGrpSpPr>
        <p:grpSpPr>
          <a:xfrm>
            <a:off x="1331284" y="7167191"/>
            <a:ext cx="6456339" cy="860935"/>
            <a:chOff x="0" y="-57150"/>
            <a:chExt cx="4607064" cy="614339"/>
          </a:xfrm>
        </p:grpSpPr>
        <p:sp>
          <p:nvSpPr>
            <p:cNvPr id="166" name="Google Shape;166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7" name="Google Shape;167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5"/>
          <p:cNvSpPr txBox="1"/>
          <p:nvPr/>
        </p:nvSpPr>
        <p:spPr>
          <a:xfrm>
            <a:off x="2653566" y="740612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</a:t>
            </a: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Google ADS</a:t>
            </a:r>
            <a:endParaRPr/>
          </a:p>
        </p:txBody>
      </p:sp>
      <p:cxnSp>
        <p:nvCxnSpPr>
          <p:cNvPr id="169" name="Google Shape;169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70" name="Google Shape;170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71" name="Google Shape;171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2" name="Google Shape;172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3" name="Google Shape;173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174" name="Google Shape;174;p15"/>
          <p:cNvGrpSpPr/>
          <p:nvPr/>
        </p:nvGrpSpPr>
        <p:grpSpPr>
          <a:xfrm>
            <a:off x="1453630" y="5872237"/>
            <a:ext cx="6503792" cy="840369"/>
            <a:chOff x="0" y="-38100"/>
            <a:chExt cx="4607064" cy="595289"/>
          </a:xfrm>
        </p:grpSpPr>
        <p:sp>
          <p:nvSpPr>
            <p:cNvPr id="175" name="Google Shape;17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6" name="Google Shape;176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p15"/>
          <p:cNvSpPr/>
          <p:nvPr/>
        </p:nvSpPr>
        <p:spPr>
          <a:xfrm>
            <a:off x="2160824" y="5974214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78" name="Google Shape;178;p15"/>
          <p:cNvSpPr txBox="1"/>
          <p:nvPr/>
        </p:nvSpPr>
        <p:spPr>
          <a:xfrm>
            <a:off x="2537770" y="6060193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PerfMax</a:t>
            </a:r>
            <a:endParaRPr/>
          </a:p>
        </p:txBody>
      </p:sp>
      <p:sp>
        <p:nvSpPr>
          <p:cNvPr id="179" name="Google Shape;179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0" name="Google Shape;180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1" name="Google Shape;181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653575" y="7297288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5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741125" y="8689800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5"/>
          <p:cNvSpPr txBox="1"/>
          <p:nvPr/>
        </p:nvSpPr>
        <p:spPr>
          <a:xfrm>
            <a:off x="12498712" y="33518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81 140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12498713" y="47227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380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12498713" y="746351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428,34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12498713" y="8923563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0,24</a:t>
            </a:r>
            <a:r>
              <a:rPr b="0" i="0" lang="en-US" sz="4307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8514112" y="33518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48 040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8" name="Google Shape;188;p15"/>
          <p:cNvSpPr txBox="1"/>
          <p:nvPr/>
        </p:nvSpPr>
        <p:spPr>
          <a:xfrm>
            <a:off x="8514122" y="47227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501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9" name="Google Shape;189;p15"/>
          <p:cNvSpPr txBox="1"/>
          <p:nvPr/>
        </p:nvSpPr>
        <p:spPr>
          <a:xfrm>
            <a:off x="8514112" y="746351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781,08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0" name="Google Shape;190;p15"/>
          <p:cNvSpPr txBox="1"/>
          <p:nvPr/>
        </p:nvSpPr>
        <p:spPr>
          <a:xfrm>
            <a:off x="8514113" y="8923563"/>
            <a:ext cx="39846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0,47</a:t>
            </a: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91" name="Google Shape;191;p15"/>
          <p:cNvSpPr txBox="1"/>
          <p:nvPr/>
        </p:nvSpPr>
        <p:spPr>
          <a:xfrm>
            <a:off x="12498713" y="5958388"/>
            <a:ext cx="3942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1 378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8398913" y="5987625"/>
            <a:ext cx="42150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1 163</a:t>
            </a:r>
            <a:endParaRPr sz="4307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8" name="Google Shape;198;p16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199" name="Google Shape;199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0" name="Google Shape;200;p16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1" name="Google Shape;201;p16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02" name="Google Shape;202;p16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3" name="Google Shape;203;p16"/>
          <p:cNvGrpSpPr/>
          <p:nvPr/>
        </p:nvGrpSpPr>
        <p:grpSpPr>
          <a:xfrm>
            <a:off x="947550" y="3533925"/>
            <a:ext cx="6710189" cy="728158"/>
            <a:chOff x="0" y="-38100"/>
            <a:chExt cx="4607064" cy="595289"/>
          </a:xfrm>
        </p:grpSpPr>
        <p:sp>
          <p:nvSpPr>
            <p:cNvPr id="204" name="Google Shape;204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1414"/>
            </a:solidFill>
            <a:ln>
              <a:noFill/>
            </a:ln>
          </p:spPr>
        </p:sp>
        <p:sp>
          <p:nvSpPr>
            <p:cNvPr id="205" name="Google Shape;205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p16"/>
          <p:cNvGrpSpPr/>
          <p:nvPr/>
        </p:nvGrpSpPr>
        <p:grpSpPr>
          <a:xfrm>
            <a:off x="947550" y="4554874"/>
            <a:ext cx="6710189" cy="728158"/>
            <a:chOff x="0" y="-38100"/>
            <a:chExt cx="4607064" cy="595289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43131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9" name="Google Shape;209;p16"/>
          <p:cNvGrpSpPr/>
          <p:nvPr/>
        </p:nvGrpSpPr>
        <p:grpSpPr>
          <a:xfrm>
            <a:off x="947550" y="5572899"/>
            <a:ext cx="6710189" cy="728158"/>
            <a:chOff x="0" y="-38100"/>
            <a:chExt cx="4607064" cy="595289"/>
          </a:xfrm>
        </p:grpSpPr>
        <p:sp>
          <p:nvSpPr>
            <p:cNvPr id="210" name="Google Shape;210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5143"/>
            </a:solidFill>
            <a:ln>
              <a:noFill/>
            </a:ln>
          </p:spPr>
        </p:sp>
        <p:sp>
          <p:nvSpPr>
            <p:cNvPr id="211" name="Google Shape;211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2675" lIns="62675" spcFirstLastPara="1" rIns="62675" wrap="square" tIns="6267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22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2" name="Google Shape;212;p16"/>
          <p:cNvSpPr/>
          <p:nvPr/>
        </p:nvSpPr>
        <p:spPr>
          <a:xfrm>
            <a:off x="2454580" y="3686340"/>
            <a:ext cx="630289" cy="500841"/>
          </a:xfrm>
          <a:custGeom>
            <a:rect b="b" l="l" r="r" t="t"/>
            <a:pathLst>
              <a:path extrusionOk="0" h="483904" w="511391">
                <a:moveTo>
                  <a:pt x="0" y="0"/>
                </a:moveTo>
                <a:lnTo>
                  <a:pt x="511391" y="0"/>
                </a:lnTo>
                <a:lnTo>
                  <a:pt x="511391" y="483904"/>
                </a:lnTo>
                <a:lnTo>
                  <a:pt x="0" y="483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3" name="Google Shape;213;p16"/>
          <p:cNvSpPr txBox="1"/>
          <p:nvPr/>
        </p:nvSpPr>
        <p:spPr>
          <a:xfrm>
            <a:off x="2454569" y="4766437"/>
            <a:ext cx="48531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Coffre</a:t>
            </a:r>
            <a:endParaRPr sz="1727"/>
          </a:p>
        </p:txBody>
      </p:sp>
      <p:sp>
        <p:nvSpPr>
          <p:cNvPr id="214" name="Google Shape;214;p16"/>
          <p:cNvSpPr txBox="1"/>
          <p:nvPr/>
        </p:nvSpPr>
        <p:spPr>
          <a:xfrm>
            <a:off x="2093184" y="3748606"/>
            <a:ext cx="47847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Généraliste</a:t>
            </a:r>
            <a:endParaRPr sz="1727"/>
          </a:p>
        </p:txBody>
      </p:sp>
      <p:sp>
        <p:nvSpPr>
          <p:cNvPr id="215" name="Google Shape;215;p16"/>
          <p:cNvSpPr txBox="1"/>
          <p:nvPr/>
        </p:nvSpPr>
        <p:spPr>
          <a:xfrm>
            <a:off x="3419185" y="5780252"/>
            <a:ext cx="3363000" cy="35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36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Page </a:t>
            </a:r>
            <a:r>
              <a:rPr b="1" lang="en-US" sz="2336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Lit motorisé</a:t>
            </a:r>
            <a:endParaRPr sz="1727"/>
          </a:p>
        </p:txBody>
      </p:sp>
      <p:sp>
        <p:nvSpPr>
          <p:cNvPr id="216" name="Google Shape;216;p16"/>
          <p:cNvSpPr txBox="1"/>
          <p:nvPr/>
        </p:nvSpPr>
        <p:spPr>
          <a:xfrm>
            <a:off x="12878551" y="3784755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1 267</a:t>
            </a:r>
            <a:endParaRPr sz="1727"/>
          </a:p>
        </p:txBody>
      </p:sp>
      <p:sp>
        <p:nvSpPr>
          <p:cNvPr id="217" name="Google Shape;217;p16"/>
          <p:cNvSpPr txBox="1"/>
          <p:nvPr/>
        </p:nvSpPr>
        <p:spPr>
          <a:xfrm>
            <a:off x="12878551" y="4805703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509</a:t>
            </a:r>
            <a:endParaRPr sz="1727"/>
          </a:p>
        </p:txBody>
      </p:sp>
      <p:sp>
        <p:nvSpPr>
          <p:cNvPr id="218" name="Google Shape;218;p16"/>
          <p:cNvSpPr txBox="1"/>
          <p:nvPr/>
        </p:nvSpPr>
        <p:spPr>
          <a:xfrm>
            <a:off x="12878551" y="5824994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197</a:t>
            </a:r>
            <a:endParaRPr sz="1727"/>
          </a:p>
        </p:txBody>
      </p:sp>
      <p:sp>
        <p:nvSpPr>
          <p:cNvPr id="219" name="Google Shape;219;p16"/>
          <p:cNvSpPr txBox="1"/>
          <p:nvPr/>
        </p:nvSpPr>
        <p:spPr>
          <a:xfrm>
            <a:off x="12853812" y="2559925"/>
            <a:ext cx="4461900" cy="4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19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372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0" name="Google Shape;220;p16"/>
          <p:cNvSpPr txBox="1"/>
          <p:nvPr/>
        </p:nvSpPr>
        <p:spPr>
          <a:xfrm>
            <a:off x="8149515" y="2559925"/>
            <a:ext cx="46719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72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 sz="1480"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1008900" y="7891439"/>
            <a:ext cx="6710189" cy="813522"/>
            <a:chOff x="0" y="-38100"/>
            <a:chExt cx="4607064" cy="595289"/>
          </a:xfrm>
        </p:grpSpPr>
        <p:sp>
          <p:nvSpPr>
            <p:cNvPr id="222" name="Google Shape;22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69138"/>
            </a:solidFill>
            <a:ln>
              <a:noFill/>
            </a:ln>
          </p:spPr>
        </p:sp>
        <p:sp>
          <p:nvSpPr>
            <p:cNvPr id="223" name="Google Shape;223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4" name="Google Shape;224;p16"/>
          <p:cNvSpPr/>
          <p:nvPr/>
        </p:nvSpPr>
        <p:spPr>
          <a:xfrm>
            <a:off x="1692642" y="8127996"/>
            <a:ext cx="405640" cy="431507"/>
          </a:xfrm>
          <a:custGeom>
            <a:rect b="b" l="l" r="r" t="t"/>
            <a:pathLst>
              <a:path extrusionOk="0" h="524629" w="394783">
                <a:moveTo>
                  <a:pt x="0" y="0"/>
                </a:moveTo>
                <a:lnTo>
                  <a:pt x="394783" y="0"/>
                </a:lnTo>
                <a:lnTo>
                  <a:pt x="394783" y="524629"/>
                </a:lnTo>
                <a:lnTo>
                  <a:pt x="0" y="52462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5" name="Google Shape;225;p16"/>
          <p:cNvSpPr txBox="1"/>
          <p:nvPr/>
        </p:nvSpPr>
        <p:spPr>
          <a:xfrm>
            <a:off x="2097771" y="8126582"/>
            <a:ext cx="56904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Total des clics sur les publicités</a:t>
            </a:r>
            <a:endParaRPr sz="1263"/>
          </a:p>
        </p:txBody>
      </p:sp>
      <p:grpSp>
        <p:nvGrpSpPr>
          <p:cNvPr id="226" name="Google Shape;226;p16"/>
          <p:cNvGrpSpPr/>
          <p:nvPr/>
        </p:nvGrpSpPr>
        <p:grpSpPr>
          <a:xfrm>
            <a:off x="1008900" y="6670701"/>
            <a:ext cx="6710189" cy="813522"/>
            <a:chOff x="0" y="-38100"/>
            <a:chExt cx="4607064" cy="595289"/>
          </a:xfrm>
        </p:grpSpPr>
        <p:sp>
          <p:nvSpPr>
            <p:cNvPr id="227" name="Google Shape;227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966"/>
            </a:solidFill>
            <a:ln>
              <a:noFill/>
            </a:ln>
          </p:spPr>
        </p:sp>
        <p:sp>
          <p:nvSpPr>
            <p:cNvPr id="228" name="Google Shape;228;p16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825" lIns="45825" spcFirstLastPara="1" rIns="45825" wrap="square" tIns="45825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624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9" name="Google Shape;229;p16"/>
          <p:cNvSpPr/>
          <p:nvPr/>
        </p:nvSpPr>
        <p:spPr>
          <a:xfrm>
            <a:off x="1608426" y="6830784"/>
            <a:ext cx="688568" cy="551189"/>
          </a:xfrm>
          <a:custGeom>
            <a:rect b="b" l="l" r="r" t="t"/>
            <a:pathLst>
              <a:path extrusionOk="0" h="670139" w="670139">
                <a:moveTo>
                  <a:pt x="0" y="0"/>
                </a:moveTo>
                <a:lnTo>
                  <a:pt x="670139" y="0"/>
                </a:lnTo>
                <a:lnTo>
                  <a:pt x="670139" y="670139"/>
                </a:lnTo>
                <a:lnTo>
                  <a:pt x="0" y="6701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6"/>
          <p:cNvSpPr txBox="1"/>
          <p:nvPr/>
        </p:nvSpPr>
        <p:spPr>
          <a:xfrm>
            <a:off x="2137829" y="6905842"/>
            <a:ext cx="5610600" cy="37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8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Diffusion totale des publicités</a:t>
            </a:r>
            <a:endParaRPr sz="1263"/>
          </a:p>
        </p:txBody>
      </p:sp>
      <p:sp>
        <p:nvSpPr>
          <p:cNvPr id="231" name="Google Shape;231;p16"/>
          <p:cNvSpPr txBox="1"/>
          <p:nvPr/>
        </p:nvSpPr>
        <p:spPr>
          <a:xfrm>
            <a:off x="13363849" y="8137074"/>
            <a:ext cx="4013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3 058</a:t>
            </a:r>
            <a:endParaRPr sz="1263"/>
          </a:p>
        </p:txBody>
      </p:sp>
      <p:sp>
        <p:nvSpPr>
          <p:cNvPr id="232" name="Google Shape;232;p16"/>
          <p:cNvSpPr txBox="1"/>
          <p:nvPr/>
        </p:nvSpPr>
        <p:spPr>
          <a:xfrm>
            <a:off x="13363849" y="6825758"/>
            <a:ext cx="4013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124 963</a:t>
            </a:r>
            <a:endParaRPr sz="1263"/>
          </a:p>
        </p:txBody>
      </p:sp>
      <p:sp>
        <p:nvSpPr>
          <p:cNvPr id="233" name="Google Shape;233;p16"/>
          <p:cNvSpPr txBox="1"/>
          <p:nvPr/>
        </p:nvSpPr>
        <p:spPr>
          <a:xfrm>
            <a:off x="8233974" y="8126591"/>
            <a:ext cx="3896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3 057</a:t>
            </a:r>
            <a:endParaRPr sz="3964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34" name="Google Shape;234;p16"/>
          <p:cNvSpPr txBox="1"/>
          <p:nvPr/>
        </p:nvSpPr>
        <p:spPr>
          <a:xfrm>
            <a:off x="8210879" y="6825766"/>
            <a:ext cx="41664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6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116 253</a:t>
            </a:r>
            <a:endParaRPr sz="1263"/>
          </a:p>
        </p:txBody>
      </p:sp>
      <p:pic>
        <p:nvPicPr>
          <p:cNvPr id="235" name="Google Shape;235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5632495"/>
            <a:ext cx="789600" cy="663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16" title="lit-dhopital (1)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556851" y="4691311"/>
            <a:ext cx="609600" cy="511945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16"/>
          <p:cNvSpPr txBox="1"/>
          <p:nvPr/>
        </p:nvSpPr>
        <p:spPr>
          <a:xfrm>
            <a:off x="8254526" y="3902080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1 587</a:t>
            </a:r>
            <a:endParaRPr sz="1727"/>
          </a:p>
        </p:txBody>
      </p:sp>
      <p:sp>
        <p:nvSpPr>
          <p:cNvPr id="238" name="Google Shape;238;p16"/>
          <p:cNvSpPr txBox="1"/>
          <p:nvPr/>
        </p:nvSpPr>
        <p:spPr>
          <a:xfrm>
            <a:off x="8254526" y="4923028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824</a:t>
            </a:r>
            <a:endParaRPr sz="1727"/>
          </a:p>
        </p:txBody>
      </p:sp>
      <p:sp>
        <p:nvSpPr>
          <p:cNvPr id="239" name="Google Shape;239;p16"/>
          <p:cNvSpPr txBox="1"/>
          <p:nvPr/>
        </p:nvSpPr>
        <p:spPr>
          <a:xfrm>
            <a:off x="8254526" y="5942319"/>
            <a:ext cx="44619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2597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en-US" sz="384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229</a:t>
            </a:r>
            <a:endParaRPr sz="1727"/>
          </a:p>
        </p:txBody>
      </p:sp>
      <p:sp>
        <p:nvSpPr>
          <p:cNvPr id="240" name="Google Shape;240;p16"/>
          <p:cNvSpPr txBox="1"/>
          <p:nvPr/>
        </p:nvSpPr>
        <p:spPr>
          <a:xfrm>
            <a:off x="2879420" y="716319"/>
            <a:ext cx="125292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RÉPARTITION DES PAGES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7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46" name="Google Shape;246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47" name="Google Shape;247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48" name="Google Shape;248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49" name="Google Shape;249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0" name="Google Shape;250;p17"/>
          <p:cNvGrpSpPr/>
          <p:nvPr/>
        </p:nvGrpSpPr>
        <p:grpSpPr>
          <a:xfrm>
            <a:off x="819187" y="3520722"/>
            <a:ext cx="6503792" cy="867262"/>
            <a:chOff x="0" y="-57150"/>
            <a:chExt cx="4607064" cy="614339"/>
          </a:xfrm>
        </p:grpSpPr>
        <p:sp>
          <p:nvSpPr>
            <p:cNvPr id="251" name="Google Shape;25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252" name="Google Shape;25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3" name="Google Shape;253;p17"/>
          <p:cNvGrpSpPr/>
          <p:nvPr/>
        </p:nvGrpSpPr>
        <p:grpSpPr>
          <a:xfrm>
            <a:off x="819187" y="4998146"/>
            <a:ext cx="6503792" cy="867262"/>
            <a:chOff x="0" y="-57150"/>
            <a:chExt cx="4607064" cy="614339"/>
          </a:xfrm>
        </p:grpSpPr>
        <p:sp>
          <p:nvSpPr>
            <p:cNvPr id="254" name="Google Shape;254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255" name="Google Shape;255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6" name="Google Shape;256;p17"/>
          <p:cNvSpPr/>
          <p:nvPr/>
        </p:nvSpPr>
        <p:spPr>
          <a:xfrm>
            <a:off x="2265433" y="5278043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7" name="Google Shape;257;p17"/>
          <p:cNvSpPr/>
          <p:nvPr/>
        </p:nvSpPr>
        <p:spPr>
          <a:xfrm>
            <a:off x="1727487" y="3717530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17"/>
          <p:cNvSpPr txBox="1"/>
          <p:nvPr/>
        </p:nvSpPr>
        <p:spPr>
          <a:xfrm>
            <a:off x="1719226" y="52335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</a:t>
            </a:r>
            <a:endParaRPr/>
          </a:p>
        </p:txBody>
      </p:sp>
      <p:sp>
        <p:nvSpPr>
          <p:cNvPr id="259" name="Google Shape;259;p17"/>
          <p:cNvSpPr txBox="1"/>
          <p:nvPr/>
        </p:nvSpPr>
        <p:spPr>
          <a:xfrm>
            <a:off x="1752337" y="3756151"/>
            <a:ext cx="50238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Meta ADS</a:t>
            </a:r>
            <a:endParaRPr/>
          </a:p>
        </p:txBody>
      </p:sp>
      <p:grpSp>
        <p:nvGrpSpPr>
          <p:cNvPr id="260" name="Google Shape;260;p17"/>
          <p:cNvGrpSpPr/>
          <p:nvPr/>
        </p:nvGrpSpPr>
        <p:grpSpPr>
          <a:xfrm>
            <a:off x="842909" y="8006016"/>
            <a:ext cx="6456339" cy="860935"/>
            <a:chOff x="0" y="-57150"/>
            <a:chExt cx="4607064" cy="614339"/>
          </a:xfrm>
        </p:grpSpPr>
        <p:sp>
          <p:nvSpPr>
            <p:cNvPr id="261" name="Google Shape;261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262" name="Google Shape;262;p17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17"/>
          <p:cNvSpPr txBox="1"/>
          <p:nvPr/>
        </p:nvSpPr>
        <p:spPr>
          <a:xfrm>
            <a:off x="2165191" y="8244946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264" name="Google Shape;264;p17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65" name="Google Shape;265;p17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66" name="Google Shape;266;p17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67" name="Google Shape;267;p17"/>
          <p:cNvSpPr txBox="1"/>
          <p:nvPr/>
        </p:nvSpPr>
        <p:spPr>
          <a:xfrm>
            <a:off x="13077411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68" name="Google Shape;268;p17"/>
          <p:cNvSpPr txBox="1"/>
          <p:nvPr/>
        </p:nvSpPr>
        <p:spPr>
          <a:xfrm>
            <a:off x="92964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grpSp>
        <p:nvGrpSpPr>
          <p:cNvPr id="269" name="Google Shape;269;p17"/>
          <p:cNvGrpSpPr/>
          <p:nvPr/>
        </p:nvGrpSpPr>
        <p:grpSpPr>
          <a:xfrm>
            <a:off x="842905" y="6475575"/>
            <a:ext cx="6503792" cy="840369"/>
            <a:chOff x="0" y="-38100"/>
            <a:chExt cx="4607064" cy="595289"/>
          </a:xfrm>
        </p:grpSpPr>
        <p:sp>
          <p:nvSpPr>
            <p:cNvPr id="270" name="Google Shape;270;p17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271" name="Google Shape;271;p17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72" name="Google Shape;272;p17"/>
          <p:cNvSpPr/>
          <p:nvPr/>
        </p:nvSpPr>
        <p:spPr>
          <a:xfrm>
            <a:off x="2139124" y="65775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3" name="Google Shape;273;p17"/>
          <p:cNvSpPr txBox="1"/>
          <p:nvPr/>
        </p:nvSpPr>
        <p:spPr>
          <a:xfrm>
            <a:off x="1927045" y="6663530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Meta ADS</a:t>
            </a:r>
            <a:endParaRPr/>
          </a:p>
        </p:txBody>
      </p:sp>
      <p:sp>
        <p:nvSpPr>
          <p:cNvPr id="274" name="Google Shape;274;p17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75" name="Google Shape;275;p17"/>
          <p:cNvSpPr txBox="1"/>
          <p:nvPr/>
        </p:nvSpPr>
        <p:spPr>
          <a:xfrm>
            <a:off x="13314018" y="2838600"/>
            <a:ext cx="38175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76" name="Google Shape;276;p17"/>
          <p:cNvSpPr txBox="1"/>
          <p:nvPr/>
        </p:nvSpPr>
        <p:spPr>
          <a:xfrm>
            <a:off x="9505651" y="2838600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77" name="Google Shape;277;p17" title="sac-dargent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2308450" y="814801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17"/>
          <p:cNvSpPr txBox="1"/>
          <p:nvPr/>
        </p:nvSpPr>
        <p:spPr>
          <a:xfrm>
            <a:off x="13139238" y="3621638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43 823</a:t>
            </a:r>
            <a:endParaRPr/>
          </a:p>
        </p:txBody>
      </p:sp>
      <p:sp>
        <p:nvSpPr>
          <p:cNvPr id="279" name="Google Shape;279;p17"/>
          <p:cNvSpPr txBox="1"/>
          <p:nvPr/>
        </p:nvSpPr>
        <p:spPr>
          <a:xfrm>
            <a:off x="131615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1 300</a:t>
            </a:r>
            <a:endParaRPr/>
          </a:p>
        </p:txBody>
      </p:sp>
      <p:sp>
        <p:nvSpPr>
          <p:cNvPr id="280" name="Google Shape;280;p17"/>
          <p:cNvSpPr txBox="1"/>
          <p:nvPr/>
        </p:nvSpPr>
        <p:spPr>
          <a:xfrm>
            <a:off x="13139242" y="6524721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289,64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1" name="Google Shape;281;p17"/>
          <p:cNvSpPr txBox="1"/>
          <p:nvPr/>
        </p:nvSpPr>
        <p:spPr>
          <a:xfrm>
            <a:off x="13139238" y="8139763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0,22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2" name="Google Shape;282;p17"/>
          <p:cNvSpPr txBox="1"/>
          <p:nvPr/>
        </p:nvSpPr>
        <p:spPr>
          <a:xfrm>
            <a:off x="8355201" y="3621638"/>
            <a:ext cx="40635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68 213</a:t>
            </a:r>
            <a:endParaRPr/>
          </a:p>
        </p:txBody>
      </p:sp>
      <p:sp>
        <p:nvSpPr>
          <p:cNvPr id="283" name="Google Shape;283;p17"/>
          <p:cNvSpPr txBox="1"/>
          <p:nvPr/>
        </p:nvSpPr>
        <p:spPr>
          <a:xfrm>
            <a:off x="8524388" y="5120450"/>
            <a:ext cx="3769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1 393</a:t>
            </a:r>
            <a:endParaRPr/>
          </a:p>
        </p:txBody>
      </p:sp>
      <p:sp>
        <p:nvSpPr>
          <p:cNvPr id="284" name="Google Shape;284;p17"/>
          <p:cNvSpPr txBox="1"/>
          <p:nvPr/>
        </p:nvSpPr>
        <p:spPr>
          <a:xfrm>
            <a:off x="7994003" y="6506588"/>
            <a:ext cx="47859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444,08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285" name="Google Shape;285;p17"/>
          <p:cNvSpPr txBox="1"/>
          <p:nvPr/>
        </p:nvSpPr>
        <p:spPr>
          <a:xfrm>
            <a:off x="8149250" y="8139763"/>
            <a:ext cx="44754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0,32</a:t>
            </a: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 txBox="1"/>
          <p:nvPr/>
        </p:nvSpPr>
        <p:spPr>
          <a:xfrm>
            <a:off x="3948986" y="697660"/>
            <a:ext cx="118956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META ADS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92" name="Google Shape;292;p18"/>
          <p:cNvGrpSpPr/>
          <p:nvPr/>
        </p:nvGrpSpPr>
        <p:grpSpPr>
          <a:xfrm rot="-5400000">
            <a:off x="-6824772" y="3910612"/>
            <a:ext cx="11958230" cy="2037834"/>
            <a:chOff x="0" y="-28575"/>
            <a:chExt cx="3149472" cy="536710"/>
          </a:xfrm>
        </p:grpSpPr>
        <p:sp>
          <p:nvSpPr>
            <p:cNvPr id="293" name="Google Shape;293;p18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94" name="Google Shape;294;p18"/>
            <p:cNvSpPr txBox="1"/>
            <p:nvPr/>
          </p:nvSpPr>
          <p:spPr>
            <a:xfrm>
              <a:off x="0" y="-28575"/>
              <a:ext cx="3149400" cy="53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95" name="Google Shape;295;p18"/>
          <p:cNvSpPr/>
          <p:nvPr/>
        </p:nvSpPr>
        <p:spPr>
          <a:xfrm rot="-2991871">
            <a:off x="16244780" y="528036"/>
            <a:ext cx="971994" cy="870888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-2140" t="0"/>
            </a:stretch>
          </a:blipFill>
          <a:ln>
            <a:noFill/>
          </a:ln>
        </p:spPr>
      </p:sp>
      <p:sp>
        <p:nvSpPr>
          <p:cNvPr id="296" name="Google Shape;296;p18"/>
          <p:cNvSpPr/>
          <p:nvPr/>
        </p:nvSpPr>
        <p:spPr>
          <a:xfrm rot="-7996595">
            <a:off x="16812912" y="1143422"/>
            <a:ext cx="971394" cy="531598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97" name="Google Shape;297;p18"/>
          <p:cNvSpPr/>
          <p:nvPr/>
        </p:nvSpPr>
        <p:spPr>
          <a:xfrm>
            <a:off x="2971687" y="643938"/>
            <a:ext cx="1801462" cy="1801462"/>
          </a:xfrm>
          <a:custGeom>
            <a:rect b="b" l="l" r="r" t="t"/>
            <a:pathLst>
              <a:path extrusionOk="0" h="1801462" w="1801462">
                <a:moveTo>
                  <a:pt x="0" y="0"/>
                </a:moveTo>
                <a:lnTo>
                  <a:pt x="1801462" y="0"/>
                </a:lnTo>
                <a:lnTo>
                  <a:pt x="1801462" y="1801463"/>
                </a:lnTo>
                <a:lnTo>
                  <a:pt x="0" y="180146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98" name="Google Shape;298;p18"/>
          <p:cNvCxnSpPr/>
          <p:nvPr/>
        </p:nvCxnSpPr>
        <p:spPr>
          <a:xfrm rot="10800000">
            <a:off x="13891625" y="3274850"/>
            <a:ext cx="36600" cy="46695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grpSp>
        <p:nvGrpSpPr>
          <p:cNvPr id="299" name="Google Shape;299;p18"/>
          <p:cNvGrpSpPr/>
          <p:nvPr/>
        </p:nvGrpSpPr>
        <p:grpSpPr>
          <a:xfrm>
            <a:off x="840128" y="4148758"/>
            <a:ext cx="8614288" cy="1113071"/>
            <a:chOff x="0" y="-38100"/>
            <a:chExt cx="4607064" cy="595289"/>
          </a:xfrm>
        </p:grpSpPr>
        <p:sp>
          <p:nvSpPr>
            <p:cNvPr id="300" name="Google Shape;300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50984"/>
            </a:solidFill>
            <a:ln>
              <a:noFill/>
            </a:ln>
          </p:spPr>
        </p:sp>
        <p:sp>
          <p:nvSpPr>
            <p:cNvPr id="301" name="Google Shape;301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2" name="Google Shape;302;p18"/>
          <p:cNvGrpSpPr/>
          <p:nvPr/>
        </p:nvGrpSpPr>
        <p:grpSpPr>
          <a:xfrm>
            <a:off x="840128" y="5709434"/>
            <a:ext cx="8614288" cy="1113071"/>
            <a:chOff x="0" y="-38100"/>
            <a:chExt cx="4607064" cy="595289"/>
          </a:xfrm>
        </p:grpSpPr>
        <p:sp>
          <p:nvSpPr>
            <p:cNvPr id="303" name="Google Shape;303;p18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4095E"/>
            </a:solidFill>
            <a:ln>
              <a:noFill/>
            </a:ln>
          </p:spPr>
        </p:sp>
        <p:sp>
          <p:nvSpPr>
            <p:cNvPr id="304" name="Google Shape;304;p18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5" name="Google Shape;305;p18"/>
          <p:cNvSpPr/>
          <p:nvPr/>
        </p:nvSpPr>
        <p:spPr>
          <a:xfrm>
            <a:off x="1744549" y="5971252"/>
            <a:ext cx="443539" cy="589420"/>
          </a:xfrm>
          <a:custGeom>
            <a:rect b="b" l="l" r="r" t="t"/>
            <a:pathLst>
              <a:path extrusionOk="0" h="589420" w="443539">
                <a:moveTo>
                  <a:pt x="0" y="0"/>
                </a:moveTo>
                <a:lnTo>
                  <a:pt x="443539" y="0"/>
                </a:lnTo>
                <a:lnTo>
                  <a:pt x="443539" y="589420"/>
                </a:lnTo>
                <a:lnTo>
                  <a:pt x="0" y="589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6" name="Google Shape;306;p18"/>
          <p:cNvSpPr/>
          <p:nvPr/>
        </p:nvSpPr>
        <p:spPr>
          <a:xfrm>
            <a:off x="1496494" y="4367779"/>
            <a:ext cx="752901" cy="752901"/>
          </a:xfrm>
          <a:custGeom>
            <a:rect b="b" l="l" r="r" t="t"/>
            <a:pathLst>
              <a:path extrusionOk="0" h="752901" w="752901">
                <a:moveTo>
                  <a:pt x="0" y="0"/>
                </a:moveTo>
                <a:lnTo>
                  <a:pt x="752901" y="0"/>
                </a:lnTo>
                <a:lnTo>
                  <a:pt x="752901" y="752901"/>
                </a:lnTo>
                <a:lnTo>
                  <a:pt x="0" y="75290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07" name="Google Shape;307;p18"/>
          <p:cNvSpPr txBox="1"/>
          <p:nvPr/>
        </p:nvSpPr>
        <p:spPr>
          <a:xfrm>
            <a:off x="2387725" y="6035113"/>
            <a:ext cx="6749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999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COUT PAR </a:t>
            </a:r>
            <a:r>
              <a:rPr b="1" lang="en-US" sz="2999" u="sng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CONVERSION MAJEURE</a:t>
            </a:r>
            <a:endParaRPr/>
          </a:p>
        </p:txBody>
      </p:sp>
      <p:sp>
        <p:nvSpPr>
          <p:cNvPr id="308" name="Google Shape;308;p18"/>
          <p:cNvSpPr txBox="1"/>
          <p:nvPr/>
        </p:nvSpPr>
        <p:spPr>
          <a:xfrm>
            <a:off x="2343762" y="4477653"/>
            <a:ext cx="614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sng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CTR MOYEN</a:t>
            </a:r>
            <a:endParaRPr/>
          </a:p>
        </p:txBody>
      </p:sp>
      <p:sp>
        <p:nvSpPr>
          <p:cNvPr id="309" name="Google Shape;309;p18"/>
          <p:cNvSpPr txBox="1"/>
          <p:nvPr/>
        </p:nvSpPr>
        <p:spPr>
          <a:xfrm>
            <a:off x="13891685" y="44783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2.97%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0" name="Google Shape;310;p18"/>
          <p:cNvSpPr txBox="1"/>
          <p:nvPr/>
        </p:nvSpPr>
        <p:spPr>
          <a:xfrm>
            <a:off x="13891685" y="6039065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10,73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1" name="Google Shape;311;p18"/>
          <p:cNvSpPr txBox="1"/>
          <p:nvPr/>
        </p:nvSpPr>
        <p:spPr>
          <a:xfrm>
            <a:off x="10126535" y="4618589"/>
            <a:ext cx="35562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2.04%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312" name="Google Shape;312;p18"/>
          <p:cNvSpPr txBox="1"/>
          <p:nvPr/>
        </p:nvSpPr>
        <p:spPr>
          <a:xfrm>
            <a:off x="10126535" y="6179265"/>
            <a:ext cx="3556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6,44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13" name="Google Shape;313;p18"/>
          <p:cNvSpPr txBox="1"/>
          <p:nvPr/>
        </p:nvSpPr>
        <p:spPr>
          <a:xfrm>
            <a:off x="13891676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14" name="Google Shape;314;p18"/>
          <p:cNvSpPr txBox="1"/>
          <p:nvPr/>
        </p:nvSpPr>
        <p:spPr>
          <a:xfrm>
            <a:off x="10126525" y="3578250"/>
            <a:ext cx="35562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9" name="Google Shape;319;p19"/>
          <p:cNvGrpSpPr/>
          <p:nvPr/>
        </p:nvGrpSpPr>
        <p:grpSpPr>
          <a:xfrm>
            <a:off x="1100213" y="3540288"/>
            <a:ext cx="6507939" cy="873825"/>
            <a:chOff x="0" y="-38100"/>
            <a:chExt cx="4607064" cy="595289"/>
          </a:xfrm>
        </p:grpSpPr>
        <p:sp>
          <p:nvSpPr>
            <p:cNvPr id="320" name="Google Shape;32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321" name="Google Shape;32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2" name="Google Shape;322;p19"/>
          <p:cNvSpPr/>
          <p:nvPr/>
        </p:nvSpPr>
        <p:spPr>
          <a:xfrm>
            <a:off x="2560799" y="3751618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3" name="Google Shape;323;p19"/>
          <p:cNvSpPr txBox="1"/>
          <p:nvPr/>
        </p:nvSpPr>
        <p:spPr>
          <a:xfrm>
            <a:off x="2327960" y="3781982"/>
            <a:ext cx="4822200" cy="36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324" name="Google Shape;324;p19"/>
          <p:cNvSpPr txBox="1"/>
          <p:nvPr/>
        </p:nvSpPr>
        <p:spPr>
          <a:xfrm>
            <a:off x="4443158" y="746913"/>
            <a:ext cx="9437100" cy="12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325" name="Google Shape;325;p19"/>
          <p:cNvGrpSpPr/>
          <p:nvPr/>
        </p:nvGrpSpPr>
        <p:grpSpPr>
          <a:xfrm>
            <a:off x="1100214" y="4861825"/>
            <a:ext cx="6456339" cy="834238"/>
            <a:chOff x="0" y="-38100"/>
            <a:chExt cx="4607064" cy="595289"/>
          </a:xfrm>
        </p:grpSpPr>
        <p:sp>
          <p:nvSpPr>
            <p:cNvPr id="326" name="Google Shape;326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327" name="Google Shape;327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8" name="Google Shape;328;p19"/>
          <p:cNvSpPr txBox="1"/>
          <p:nvPr/>
        </p:nvSpPr>
        <p:spPr>
          <a:xfrm>
            <a:off x="2070488" y="5067404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Google ADS</a:t>
            </a:r>
            <a:endParaRPr/>
          </a:p>
        </p:txBody>
      </p:sp>
      <p:grpSp>
        <p:nvGrpSpPr>
          <p:cNvPr id="329" name="Google Shape;329;p19"/>
          <p:cNvGrpSpPr/>
          <p:nvPr/>
        </p:nvGrpSpPr>
        <p:grpSpPr>
          <a:xfrm>
            <a:off x="1151886" y="6191673"/>
            <a:ext cx="6456339" cy="834238"/>
            <a:chOff x="0" y="-38100"/>
            <a:chExt cx="4607064" cy="595289"/>
          </a:xfrm>
        </p:grpSpPr>
        <p:sp>
          <p:nvSpPr>
            <p:cNvPr id="330" name="Google Shape;330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331" name="Google Shape;331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2" name="Google Shape;332;p19"/>
          <p:cNvSpPr txBox="1"/>
          <p:nvPr/>
        </p:nvSpPr>
        <p:spPr>
          <a:xfrm>
            <a:off x="2070488" y="6376377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Meta ADS</a:t>
            </a:r>
            <a:endParaRPr/>
          </a:p>
        </p:txBody>
      </p:sp>
      <p:grpSp>
        <p:nvGrpSpPr>
          <p:cNvPr id="333" name="Google Shape;333;p19"/>
          <p:cNvGrpSpPr/>
          <p:nvPr/>
        </p:nvGrpSpPr>
        <p:grpSpPr>
          <a:xfrm>
            <a:off x="1100214" y="7490215"/>
            <a:ext cx="6456339" cy="834238"/>
            <a:chOff x="0" y="-38100"/>
            <a:chExt cx="4607064" cy="595289"/>
          </a:xfrm>
        </p:grpSpPr>
        <p:sp>
          <p:nvSpPr>
            <p:cNvPr id="334" name="Google Shape;334;p19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335" name="Google Shape;335;p19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6" name="Google Shape;336;p19"/>
          <p:cNvSpPr txBox="1"/>
          <p:nvPr/>
        </p:nvSpPr>
        <p:spPr>
          <a:xfrm>
            <a:off x="2177638" y="7695792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conversion majeure</a:t>
            </a:r>
            <a:endParaRPr/>
          </a:p>
        </p:txBody>
      </p:sp>
      <p:sp>
        <p:nvSpPr>
          <p:cNvPr id="337" name="Google Shape;337;p19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38" name="Google Shape;338;p19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39" name="Google Shape;339;p19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40" name="Google Shape;340;p19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1" name="Google Shape;341;p19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342" name="Google Shape;342;p19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343" name="Google Shape;343;p19"/>
          <p:cNvCxnSpPr/>
          <p:nvPr/>
        </p:nvCxnSpPr>
        <p:spPr>
          <a:xfrm rot="10800000">
            <a:off x="12938568" y="3035302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344" name="Google Shape;344;p19"/>
          <p:cNvSpPr txBox="1"/>
          <p:nvPr/>
        </p:nvSpPr>
        <p:spPr>
          <a:xfrm>
            <a:off x="13573982" y="2708613"/>
            <a:ext cx="3387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45" name="Google Shape;345;p19"/>
          <p:cNvSpPr txBox="1"/>
          <p:nvPr/>
        </p:nvSpPr>
        <p:spPr>
          <a:xfrm>
            <a:off x="8968613" y="2708613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346" name="Google Shape;346;p19"/>
          <p:cNvSpPr txBox="1"/>
          <p:nvPr/>
        </p:nvSpPr>
        <p:spPr>
          <a:xfrm>
            <a:off x="13547296" y="3644263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717,98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47" name="Google Shape;347;p19"/>
          <p:cNvSpPr txBox="1"/>
          <p:nvPr/>
        </p:nvSpPr>
        <p:spPr>
          <a:xfrm>
            <a:off x="13447391" y="4916810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428,34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8" name="Google Shape;348;p19"/>
          <p:cNvSpPr txBox="1"/>
          <p:nvPr/>
        </p:nvSpPr>
        <p:spPr>
          <a:xfrm>
            <a:off x="13447391" y="6288162"/>
            <a:ext cx="36405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289,64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49" name="Google Shape;349;p19"/>
          <p:cNvSpPr txBox="1"/>
          <p:nvPr/>
        </p:nvSpPr>
        <p:spPr>
          <a:xfrm>
            <a:off x="8259665" y="3644263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1 225,16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/>
          </a:p>
        </p:txBody>
      </p:sp>
      <p:sp>
        <p:nvSpPr>
          <p:cNvPr id="350" name="Google Shape;350;p19"/>
          <p:cNvSpPr txBox="1"/>
          <p:nvPr/>
        </p:nvSpPr>
        <p:spPr>
          <a:xfrm>
            <a:off x="8158161" y="4916807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781,08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1" name="Google Shape;351;p19"/>
          <p:cNvSpPr txBox="1"/>
          <p:nvPr/>
        </p:nvSpPr>
        <p:spPr>
          <a:xfrm>
            <a:off x="8158161" y="6288156"/>
            <a:ext cx="44934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444,08</a:t>
            </a:r>
            <a:r>
              <a:rPr lang="en-US" sz="43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343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/>
          </a:p>
        </p:txBody>
      </p:sp>
      <p:sp>
        <p:nvSpPr>
          <p:cNvPr id="352" name="Google Shape;352;p19"/>
          <p:cNvSpPr txBox="1"/>
          <p:nvPr/>
        </p:nvSpPr>
        <p:spPr>
          <a:xfrm>
            <a:off x="13447391" y="7573150"/>
            <a:ext cx="36405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1,37€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3" name="Google Shape;353;p19"/>
          <p:cNvSpPr txBox="1"/>
          <p:nvPr/>
        </p:nvSpPr>
        <p:spPr>
          <a:xfrm>
            <a:off x="8158161" y="7573141"/>
            <a:ext cx="4493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2,65</a:t>
            </a:r>
            <a:r>
              <a:rPr lang="en-US" sz="3980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€</a:t>
            </a:r>
            <a:endParaRPr sz="434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4" name="Google Shape;354;p19"/>
          <p:cNvSpPr/>
          <p:nvPr/>
        </p:nvSpPr>
        <p:spPr>
          <a:xfrm>
            <a:off x="2070489" y="4919076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5" name="Google Shape;355;p19"/>
          <p:cNvSpPr/>
          <p:nvPr/>
        </p:nvSpPr>
        <p:spPr>
          <a:xfrm>
            <a:off x="2226464" y="6287938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56" name="Google Shape;356;p19"/>
          <p:cNvSpPr/>
          <p:nvPr/>
        </p:nvSpPr>
        <p:spPr>
          <a:xfrm>
            <a:off x="1837014" y="7571263"/>
            <a:ext cx="535100" cy="668814"/>
          </a:xfrm>
          <a:custGeom>
            <a:rect b="b" l="l" r="r" t="t"/>
            <a:pathLst>
              <a:path extrusionOk="0" h="862986" w="670972">
                <a:moveTo>
                  <a:pt x="0" y="0"/>
                </a:moveTo>
                <a:lnTo>
                  <a:pt x="670972" y="0"/>
                </a:lnTo>
                <a:lnTo>
                  <a:pt x="670972" y="862986"/>
                </a:lnTo>
                <a:lnTo>
                  <a:pt x="0" y="8629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20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2" name="Google Shape;362;p20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63" name="Google Shape;363;p20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364" name="Google Shape;364;p20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365" name="Google Shape;365;p20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366" name="Google Shape;366;p20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