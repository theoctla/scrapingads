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Relationship Id="rId4" Type="http://schemas.openxmlformats.org/officeDocument/2006/relationships/image" Target="../media/image5.jp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10" Type="http://schemas.openxmlformats.org/officeDocument/2006/relationships/image" Target="../media/image16.png"/><Relationship Id="rId9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20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10" Type="http://schemas.openxmlformats.org/officeDocument/2006/relationships/image" Target="../media/image16.png"/><Relationship Id="rId9" Type="http://schemas.openxmlformats.org/officeDocument/2006/relationships/image" Target="../media/image26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20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0.png"/><Relationship Id="rId7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Place de la literie Toulouse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28 883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130 834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29 958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203 628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4 564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4 147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104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92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27 327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609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754,45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0,38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69 785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782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721,86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0,29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1 361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1 688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6"/>
          <p:cNvGrpSpPr/>
          <p:nvPr/>
        </p:nvGrpSpPr>
        <p:grpSpPr>
          <a:xfrm>
            <a:off x="947550" y="3559262"/>
            <a:ext cx="6710189" cy="851323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947550" y="4752892"/>
            <a:ext cx="6710189" cy="851323"/>
            <a:chOff x="0" y="-38100"/>
            <a:chExt cx="4607064" cy="595289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947550" y="5943103"/>
            <a:ext cx="6710189" cy="851323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2454580" y="3737457"/>
            <a:ext cx="630289" cy="585524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2454569" y="5000239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Coffre</a:t>
            </a:r>
            <a:endParaRPr sz="1727"/>
          </a:p>
        </p:txBody>
      </p:sp>
      <p:sp>
        <p:nvSpPr>
          <p:cNvPr id="214" name="Google Shape;214;p16"/>
          <p:cNvSpPr txBox="1"/>
          <p:nvPr/>
        </p:nvSpPr>
        <p:spPr>
          <a:xfrm>
            <a:off x="2093184" y="3810255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5" name="Google Shape;215;p16"/>
          <p:cNvSpPr txBox="1"/>
          <p:nvPr/>
        </p:nvSpPr>
        <p:spPr>
          <a:xfrm>
            <a:off x="3419185" y="6185528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électrique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12878550" y="3852518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2 812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12878550" y="5046147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1 642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78550" y="6237838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1 166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8172615" y="3852518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2 235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172615" y="5046147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986</a:t>
            </a:r>
            <a:endParaRPr sz="1727"/>
          </a:p>
        </p:txBody>
      </p:sp>
      <p:sp>
        <p:nvSpPr>
          <p:cNvPr id="221" name="Google Shape;221;p16"/>
          <p:cNvSpPr txBox="1"/>
          <p:nvPr/>
        </p:nvSpPr>
        <p:spPr>
          <a:xfrm>
            <a:off x="8172615" y="6237838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840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480"/>
          </a:p>
        </p:txBody>
      </p:sp>
      <p:grpSp>
        <p:nvGrpSpPr>
          <p:cNvPr id="224" name="Google Shape;224;p16"/>
          <p:cNvGrpSpPr/>
          <p:nvPr/>
        </p:nvGrpSpPr>
        <p:grpSpPr>
          <a:xfrm>
            <a:off x="947550" y="8589718"/>
            <a:ext cx="6710189" cy="888469"/>
            <a:chOff x="0" y="-38100"/>
            <a:chExt cx="4607064" cy="595289"/>
          </a:xfrm>
        </p:grpSpPr>
        <p:sp>
          <p:nvSpPr>
            <p:cNvPr id="225" name="Google Shape;22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6" name="Google Shape;226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6"/>
          <p:cNvSpPr/>
          <p:nvPr/>
        </p:nvSpPr>
        <p:spPr>
          <a:xfrm>
            <a:off x="1631292" y="8848067"/>
            <a:ext cx="405640" cy="470855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6"/>
          <p:cNvSpPr txBox="1"/>
          <p:nvPr/>
        </p:nvSpPr>
        <p:spPr>
          <a:xfrm>
            <a:off x="2036421" y="8846523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3"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947550" y="7256526"/>
            <a:ext cx="6710189" cy="888469"/>
            <a:chOff x="0" y="-38100"/>
            <a:chExt cx="4607064" cy="595289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31" name="Google Shape;23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6"/>
          <p:cNvSpPr/>
          <p:nvPr/>
        </p:nvSpPr>
        <p:spPr>
          <a:xfrm>
            <a:off x="1547076" y="7431356"/>
            <a:ext cx="688568" cy="601450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2076479" y="7513329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3"/>
          </a:p>
        </p:txBody>
      </p:sp>
      <p:sp>
        <p:nvSpPr>
          <p:cNvPr id="234" name="Google Shape;234;p16"/>
          <p:cNvSpPr txBox="1"/>
          <p:nvPr/>
        </p:nvSpPr>
        <p:spPr>
          <a:xfrm>
            <a:off x="13302498" y="8857981"/>
            <a:ext cx="40131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28 883</a:t>
            </a:r>
            <a:endParaRPr sz="1263"/>
          </a:p>
        </p:txBody>
      </p:sp>
      <p:sp>
        <p:nvSpPr>
          <p:cNvPr id="235" name="Google Shape;235;p16"/>
          <p:cNvSpPr txBox="1"/>
          <p:nvPr/>
        </p:nvSpPr>
        <p:spPr>
          <a:xfrm>
            <a:off x="13302498" y="7425867"/>
            <a:ext cx="40131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130 834</a:t>
            </a:r>
            <a:endParaRPr sz="1263"/>
          </a:p>
        </p:txBody>
      </p:sp>
      <p:sp>
        <p:nvSpPr>
          <p:cNvPr id="236" name="Google Shape;236;p16"/>
          <p:cNvSpPr txBox="1"/>
          <p:nvPr/>
        </p:nvSpPr>
        <p:spPr>
          <a:xfrm>
            <a:off x="8172623" y="8846533"/>
            <a:ext cx="38961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29 958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8149528" y="7425876"/>
            <a:ext cx="41664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203 628</a:t>
            </a:r>
            <a:endParaRPr sz="1263"/>
          </a:p>
        </p:txBody>
      </p:sp>
      <p:pic>
        <p:nvPicPr>
          <p:cNvPr id="238" name="Google Shape;238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6012780"/>
            <a:ext cx="789600" cy="775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4912407"/>
            <a:ext cx="609600" cy="59853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64" name="Google Shape;264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5" name="Google Shape;265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6" name="Google Shape;266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77" name="Google Shape;277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103 507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26 913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417,61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133 843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27 488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477,2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4" name="Google Shape;294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8" name="Google Shape;298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99" name="Google Shape;299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04" name="Google Shape;304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26.00%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0,34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20.54%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0,44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9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20" name="Google Shape;32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21" name="Google Shape;32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9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19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25" name="Google Shape;325;p19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26" name="Google Shape;32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27" name="Google Shape;327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19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29" name="Google Shape;329;p19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30" name="Google Shape;33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31" name="Google Shape;33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9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33" name="Google Shape;333;p19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34" name="Google Shape;334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35" name="Google Shape;335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9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8" name="Google Shape;338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39" name="Google Shape;339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40" name="Google Shape;340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42" name="Google Shape;342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3" name="Google Shape;343;p19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4" name="Google Shape;344;p19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1 172,06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754,45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417,61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1 199,06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721,86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477,2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0,25€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0,28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9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9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4" name="Google Shape;364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65" name="Google Shape;365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66" name="Google Shape;366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