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Anton"/>
      <p:regular r:id="rId11"/>
    </p:embeddedFont>
    <p:embeddedFont>
      <p:font typeface="Poppins"/>
      <p:bold r:id="rId12"/>
      <p:boldItalic r:id="rId13"/>
    </p:embeddedFont>
    <p:embeddedFont>
      <p:font typeface="Allerta Stencil"/>
      <p:regular r:id="rId14"/>
    </p:embeddedFon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nton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bold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font" Target="fonts/AllertaStencil-regular.fntdata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20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Denteva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53106" y="4350855"/>
            <a:ext cx="6503792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353106" y="5960523"/>
            <a:ext cx="6503792" cy="840369"/>
            <a:chOff x="0" y="-38100"/>
            <a:chExt cx="4607064" cy="59528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2846579" y="454061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3085709" y="603714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3449261" y="4580187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449245" y="623723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16" name="Google Shape;11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18" name="Google Shape;11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9" name="Google Shape;119;p14"/>
          <p:cNvCxnSpPr/>
          <p:nvPr/>
        </p:nvCxnSpPr>
        <p:spPr>
          <a:xfrm rot="10800000">
            <a:off x="12727897" y="333508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0" name="Google Shape;120;p14"/>
          <p:cNvSpPr txBox="1"/>
          <p:nvPr/>
        </p:nvSpPr>
        <p:spPr>
          <a:xfrm>
            <a:off x="14059150" y="603235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3980775" y="448660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{{diff_all}}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3980776" y="326565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354275" y="326565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354275" y="6032350"/>
            <a:ext cx="32733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{{coutGlast}}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354275" y="4486600"/>
            <a:ext cx="32733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{{diff_alllast}}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2353101" y="7543302"/>
            <a:ext cx="6456339" cy="834238"/>
            <a:chOff x="0" y="-38100"/>
            <a:chExt cx="4607064" cy="595289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3430525" y="774888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Clics RDV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821714" y="7652253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4"/>
          <p:cNvSpPr txBox="1"/>
          <p:nvPr/>
        </p:nvSpPr>
        <p:spPr>
          <a:xfrm>
            <a:off x="14235025" y="7577475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4300"/>
          </a:p>
        </p:txBody>
      </p:sp>
      <p:sp>
        <p:nvSpPr>
          <p:cNvPr id="133" name="Google Shape;133;p14"/>
          <p:cNvSpPr txBox="1"/>
          <p:nvPr/>
        </p:nvSpPr>
        <p:spPr>
          <a:xfrm>
            <a:off x="9380325" y="7622175"/>
            <a:ext cx="31332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43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1" name="Google Shape;141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2" name="Google Shape;142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3" name="Google Shape;143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46" name="Google Shape;14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49" name="Google Shape;14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51" name="Google Shape;15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2" name="Google Shape;152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15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5"/>
          <p:cNvSpPr txBox="1"/>
          <p:nvPr/>
        </p:nvSpPr>
        <p:spPr>
          <a:xfrm>
            <a:off x="3540126" y="48000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</a:t>
            </a: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4464527" y="8816300"/>
            <a:ext cx="3323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58" name="Google Shape;158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59" name="Google Shape;159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0" name="Google Shape;160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62" name="Google Shape;162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3" name="Google Shape;163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64" name="Google Shape;164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{{imprG}}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{{Csearch}}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{{CPmax}}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{{imprGlast}}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{{CsearchL}}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{{coutGtotal}}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{{cpcGtotal}}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{{CPmaxL}}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7" name="Google Shape;177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78" name="Google Shape;17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9" name="Google Shape;17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15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5"/>
          <p:cNvSpPr txBox="1"/>
          <p:nvPr/>
        </p:nvSpPr>
        <p:spPr>
          <a:xfrm>
            <a:off x="3689920" y="6089968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des clics en PMax</a:t>
            </a:r>
            <a:endParaRPr b="1" sz="2264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184" name="Google Shape;184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53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65150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/>
          <p:nvPr/>
        </p:nvSpPr>
        <p:spPr>
          <a:xfrm>
            <a:off x="611870" y="34075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1" name="Google Shape;191;p16"/>
          <p:cNvGrpSpPr/>
          <p:nvPr/>
        </p:nvGrpSpPr>
        <p:grpSpPr>
          <a:xfrm>
            <a:off x="3026511" y="3659931"/>
            <a:ext cx="6762674" cy="873821"/>
            <a:chOff x="0" y="-38100"/>
            <a:chExt cx="4607064" cy="595289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193" name="Google Shape;19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6"/>
          <p:cNvSpPr/>
          <p:nvPr/>
        </p:nvSpPr>
        <p:spPr>
          <a:xfrm>
            <a:off x="4487086" y="387973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6"/>
          <p:cNvSpPr txBox="1"/>
          <p:nvPr/>
        </p:nvSpPr>
        <p:spPr>
          <a:xfrm>
            <a:off x="4254248" y="3901619"/>
            <a:ext cx="4822123" cy="4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197" name="Google Shape;197;p16"/>
          <p:cNvGrpSpPr/>
          <p:nvPr/>
        </p:nvGrpSpPr>
        <p:grpSpPr>
          <a:xfrm>
            <a:off x="3128001" y="5080263"/>
            <a:ext cx="6456348" cy="834239"/>
            <a:chOff x="0" y="-38100"/>
            <a:chExt cx="4607064" cy="595289"/>
          </a:xfrm>
        </p:grpSpPr>
        <p:sp>
          <p:nvSpPr>
            <p:cNvPr id="198" name="Google Shape;19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199" name="Google Shape;199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6"/>
          <p:cNvSpPr txBox="1"/>
          <p:nvPr/>
        </p:nvSpPr>
        <p:spPr>
          <a:xfrm>
            <a:off x="4098276" y="528584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201" name="Google Shape;201;p16"/>
          <p:cNvGrpSpPr/>
          <p:nvPr/>
        </p:nvGrpSpPr>
        <p:grpSpPr>
          <a:xfrm>
            <a:off x="3179674" y="6410111"/>
            <a:ext cx="6456348" cy="834239"/>
            <a:chOff x="0" y="-38100"/>
            <a:chExt cx="4607064" cy="595289"/>
          </a:xfrm>
        </p:grpSpPr>
        <p:sp>
          <p:nvSpPr>
            <p:cNvPr id="202" name="Google Shape;20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03" name="Google Shape;20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6"/>
          <p:cNvSpPr txBox="1"/>
          <p:nvPr/>
        </p:nvSpPr>
        <p:spPr>
          <a:xfrm>
            <a:off x="5228675" y="6657188"/>
            <a:ext cx="40038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télephoniques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6" name="Google Shape;206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11" name="Google Shape;211;p16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2" name="Google Shape;212;p16"/>
          <p:cNvSpPr txBox="1"/>
          <p:nvPr/>
        </p:nvSpPr>
        <p:spPr>
          <a:xfrm>
            <a:off x="14372112" y="3169723"/>
            <a:ext cx="1712486" cy="326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{{itin}}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13921400" y="649630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{{appel}}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10113025" y="3729400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{{coutTlast}}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10112975" y="5092475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{{itinL}}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10112975" y="650345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{{appelL}}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4552435" y="5313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6"/>
          <p:cNvSpPr txBox="1"/>
          <p:nvPr/>
        </p:nvSpPr>
        <p:spPr>
          <a:xfrm>
            <a:off x="13921405" y="2980867"/>
            <a:ext cx="1589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/>
          </a:p>
        </p:txBody>
      </p:sp>
      <p:pic>
        <p:nvPicPr>
          <p:cNvPr id="223" name="Google Shape;223;p16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7950" y="6608000"/>
            <a:ext cx="465575" cy="46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7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1" name="Google Shape;231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32" name="Google Shape;232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33" name="Google Shape;233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