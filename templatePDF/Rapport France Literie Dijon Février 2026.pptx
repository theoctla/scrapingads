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Anton"/>
      <p:regular r:id="rId14"/>
    </p:embeddedFont>
    <p:embeddedFont>
      <p:font typeface="Poppins"/>
      <p:bold r:id="rId15"/>
      <p:boldItalic r:id="rId16"/>
    </p:embeddedFont>
    <p:embeddedFont>
      <p:font typeface="Allerta Stencil"/>
      <p:regular r:id="rId17"/>
    </p:embeddedFont>
    <p:embeddedFont>
      <p:font typeface="DM Sans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.fntdata"/><Relationship Id="rId14" Type="http://schemas.openxmlformats.org/officeDocument/2006/relationships/font" Target="fonts/Anton-regular.fntdata"/><Relationship Id="rId17" Type="http://schemas.openxmlformats.org/officeDocument/2006/relationships/font" Target="fonts/AllertaStencil-regular.fntdata"/><Relationship Id="rId16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56ef6f76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b56ef6f76c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b56f6dbf6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b56f6dbf66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1.png"/><Relationship Id="rId4" Type="http://schemas.openxmlformats.org/officeDocument/2006/relationships/image" Target="../media/image1.jpg"/><Relationship Id="rId5" Type="http://schemas.openxmlformats.org/officeDocument/2006/relationships/image" Target="../media/image23.png"/><Relationship Id="rId6" Type="http://schemas.openxmlformats.org/officeDocument/2006/relationships/image" Target="../media/image5.png"/><Relationship Id="rId7" Type="http://schemas.openxmlformats.org/officeDocument/2006/relationships/image" Target="../media/image3.png"/><Relationship Id="rId8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29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2.png"/><Relationship Id="rId8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10" Type="http://schemas.openxmlformats.org/officeDocument/2006/relationships/image" Target="../media/image17.png"/><Relationship Id="rId9" Type="http://schemas.openxmlformats.org/officeDocument/2006/relationships/image" Target="../media/image19.png"/><Relationship Id="rId5" Type="http://schemas.openxmlformats.org/officeDocument/2006/relationships/image" Target="../media/image14.png"/><Relationship Id="rId6" Type="http://schemas.openxmlformats.org/officeDocument/2006/relationships/image" Target="../media/image3.png"/><Relationship Id="rId7" Type="http://schemas.openxmlformats.org/officeDocument/2006/relationships/image" Target="../media/image9.png"/><Relationship Id="rId8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27.png"/><Relationship Id="rId5" Type="http://schemas.openxmlformats.org/officeDocument/2006/relationships/image" Target="../media/image9.png"/><Relationship Id="rId6" Type="http://schemas.openxmlformats.org/officeDocument/2006/relationships/image" Target="../media/image25.png"/><Relationship Id="rId7" Type="http://schemas.openxmlformats.org/officeDocument/2006/relationships/image" Target="../media/image2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10" Type="http://schemas.openxmlformats.org/officeDocument/2006/relationships/image" Target="../media/image17.png"/><Relationship Id="rId9" Type="http://schemas.openxmlformats.org/officeDocument/2006/relationships/image" Target="../media/image24.png"/><Relationship Id="rId5" Type="http://schemas.openxmlformats.org/officeDocument/2006/relationships/image" Target="../media/image14.png"/><Relationship Id="rId6" Type="http://schemas.openxmlformats.org/officeDocument/2006/relationships/image" Target="../media/image3.png"/><Relationship Id="rId7" Type="http://schemas.openxmlformats.org/officeDocument/2006/relationships/image" Target="../media/image9.png"/><Relationship Id="rId8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24.png"/><Relationship Id="rId7" Type="http://schemas.openxmlformats.org/officeDocument/2006/relationships/image" Target="../media/image2.png"/><Relationship Id="rId8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23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France Literie Dijon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06" name="Google Shape;10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9" name="Google Shape;109;p14"/>
          <p:cNvCxnSpPr/>
          <p:nvPr/>
        </p:nvCxnSpPr>
        <p:spPr>
          <a:xfrm rot="10800000">
            <a:off x="12727897" y="332231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14"/>
          <p:cNvSpPr txBox="1"/>
          <p:nvPr/>
        </p:nvSpPr>
        <p:spPr>
          <a:xfrm>
            <a:off x="13321822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grpSp>
        <p:nvGrpSpPr>
          <p:cNvPr id="111" name="Google Shape;111;p14"/>
          <p:cNvGrpSpPr/>
          <p:nvPr/>
        </p:nvGrpSpPr>
        <p:grpSpPr>
          <a:xfrm>
            <a:off x="1422981" y="3768693"/>
            <a:ext cx="6503792" cy="867348"/>
            <a:chOff x="0" y="-57150"/>
            <a:chExt cx="4607064" cy="614400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13" name="Google Shape;113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4"/>
          <p:cNvSpPr/>
          <p:nvPr/>
        </p:nvSpPr>
        <p:spPr>
          <a:xfrm>
            <a:off x="1916454" y="3958452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4"/>
          <p:cNvSpPr txBox="1"/>
          <p:nvPr/>
        </p:nvSpPr>
        <p:spPr>
          <a:xfrm>
            <a:off x="2519136" y="3998025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613929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3039951" y="2774213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947250" y="2774213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grpSp>
        <p:nvGrpSpPr>
          <p:cNvPr id="119" name="Google Shape;119;p14"/>
          <p:cNvGrpSpPr/>
          <p:nvPr/>
        </p:nvGrpSpPr>
        <p:grpSpPr>
          <a:xfrm>
            <a:off x="1399256" y="5112986"/>
            <a:ext cx="6503792" cy="840369"/>
            <a:chOff x="0" y="-38100"/>
            <a:chExt cx="4607064" cy="595289"/>
          </a:xfrm>
        </p:grpSpPr>
        <p:sp>
          <p:nvSpPr>
            <p:cNvPr id="120" name="Google Shape;120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21" name="Google Shape;121;p14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4"/>
          <p:cNvSpPr txBox="1"/>
          <p:nvPr/>
        </p:nvSpPr>
        <p:spPr>
          <a:xfrm>
            <a:off x="2495395" y="5338714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sur les publicités</a:t>
            </a:r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>
            <a:off x="1399259" y="6430271"/>
            <a:ext cx="6456339" cy="861020"/>
            <a:chOff x="0" y="-57150"/>
            <a:chExt cx="4607064" cy="614400"/>
          </a:xfrm>
        </p:grpSpPr>
        <p:sp>
          <p:nvSpPr>
            <p:cNvPr id="124" name="Google Shape;124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25" name="Google Shape;125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4"/>
          <p:cNvSpPr txBox="1"/>
          <p:nvPr/>
        </p:nvSpPr>
        <p:spPr>
          <a:xfrm>
            <a:off x="2364285" y="6666124"/>
            <a:ext cx="4953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Calcul d’itinéraires</a:t>
            </a:r>
            <a:endParaRPr/>
          </a:p>
        </p:txBody>
      </p:sp>
      <p:grpSp>
        <p:nvGrpSpPr>
          <p:cNvPr id="127" name="Google Shape;127;p14"/>
          <p:cNvGrpSpPr/>
          <p:nvPr/>
        </p:nvGrpSpPr>
        <p:grpSpPr>
          <a:xfrm>
            <a:off x="1399259" y="7622421"/>
            <a:ext cx="6503792" cy="867348"/>
            <a:chOff x="0" y="-57150"/>
            <a:chExt cx="4607064" cy="614400"/>
          </a:xfrm>
        </p:grpSpPr>
        <p:sp>
          <p:nvSpPr>
            <p:cNvPr id="128" name="Google Shape;128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29" name="Google Shape;129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4"/>
          <p:cNvSpPr txBox="1"/>
          <p:nvPr/>
        </p:nvSpPr>
        <p:spPr>
          <a:xfrm>
            <a:off x="2857025" y="7880125"/>
            <a:ext cx="40941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Appels téléphonique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2051448" y="5303835"/>
            <a:ext cx="380966" cy="418392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2" name="Google Shape;132;p14" title="itinerair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01188" y="658564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 title="appel-telephoniqu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32425" y="7805781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/>
        </p:nvSpPr>
        <p:spPr>
          <a:xfrm>
            <a:off x="12827140" y="522807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4 725</a:t>
            </a:r>
            <a:endParaRPr sz="1263"/>
          </a:p>
        </p:txBody>
      </p:sp>
      <p:sp>
        <p:nvSpPr>
          <p:cNvPr id="135" name="Google Shape;135;p14"/>
          <p:cNvSpPr txBox="1"/>
          <p:nvPr/>
        </p:nvSpPr>
        <p:spPr>
          <a:xfrm>
            <a:off x="12747865" y="4015168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93 422</a:t>
            </a:r>
            <a:endParaRPr sz="1263"/>
          </a:p>
        </p:txBody>
      </p:sp>
      <p:sp>
        <p:nvSpPr>
          <p:cNvPr id="136" name="Google Shape;136;p14"/>
          <p:cNvSpPr txBox="1"/>
          <p:nvPr/>
        </p:nvSpPr>
        <p:spPr>
          <a:xfrm>
            <a:off x="8855241" y="522807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6 855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8775966" y="399803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125 180</a:t>
            </a:r>
            <a:endParaRPr sz="1263"/>
          </a:p>
        </p:txBody>
      </p:sp>
      <p:sp>
        <p:nvSpPr>
          <p:cNvPr id="138" name="Google Shape;138;p14"/>
          <p:cNvSpPr txBox="1"/>
          <p:nvPr/>
        </p:nvSpPr>
        <p:spPr>
          <a:xfrm>
            <a:off x="12919139" y="659865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745</a:t>
            </a:r>
            <a:endParaRPr sz="1263"/>
          </a:p>
        </p:txBody>
      </p:sp>
      <p:sp>
        <p:nvSpPr>
          <p:cNvPr id="139" name="Google Shape;139;p14"/>
          <p:cNvSpPr txBox="1"/>
          <p:nvPr/>
        </p:nvSpPr>
        <p:spPr>
          <a:xfrm>
            <a:off x="8947243" y="657201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729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12919139" y="781880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476</a:t>
            </a:r>
            <a:endParaRPr sz="1263"/>
          </a:p>
        </p:txBody>
      </p:sp>
      <p:sp>
        <p:nvSpPr>
          <p:cNvPr id="141" name="Google Shape;141;p14"/>
          <p:cNvSpPr txBox="1"/>
          <p:nvPr/>
        </p:nvSpPr>
        <p:spPr>
          <a:xfrm>
            <a:off x="8947243" y="779216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507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8" name="Google Shape;148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49" name="Google Shape;149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50" name="Google Shape;150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15"/>
          <p:cNvGrpSpPr/>
          <p:nvPr/>
        </p:nvGrpSpPr>
        <p:grpSpPr>
          <a:xfrm>
            <a:off x="1487937" y="3335072"/>
            <a:ext cx="6503792" cy="867262"/>
            <a:chOff x="0" y="-57150"/>
            <a:chExt cx="4607064" cy="614339"/>
          </a:xfrm>
        </p:grpSpPr>
        <p:sp>
          <p:nvSpPr>
            <p:cNvPr id="152" name="Google Shape;152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53" name="Google Shape;153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15"/>
          <p:cNvGrpSpPr/>
          <p:nvPr/>
        </p:nvGrpSpPr>
        <p:grpSpPr>
          <a:xfrm>
            <a:off x="1487937" y="4534871"/>
            <a:ext cx="6503792" cy="867262"/>
            <a:chOff x="0" y="-57150"/>
            <a:chExt cx="4607064" cy="614339"/>
          </a:xfrm>
        </p:grpSpPr>
        <p:sp>
          <p:nvSpPr>
            <p:cNvPr id="155" name="Google Shape;15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56" name="Google Shape;156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15"/>
          <p:cNvGrpSpPr/>
          <p:nvPr/>
        </p:nvGrpSpPr>
        <p:grpSpPr>
          <a:xfrm>
            <a:off x="1301230" y="8574416"/>
            <a:ext cx="6503792" cy="840369"/>
            <a:chOff x="0" y="-38100"/>
            <a:chExt cx="4607064" cy="595289"/>
          </a:xfrm>
        </p:grpSpPr>
        <p:sp>
          <p:nvSpPr>
            <p:cNvPr id="158" name="Google Shape;15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59" name="Google Shape;159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15"/>
          <p:cNvSpPr/>
          <p:nvPr/>
        </p:nvSpPr>
        <p:spPr>
          <a:xfrm>
            <a:off x="2790945" y="48070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15"/>
          <p:cNvSpPr/>
          <p:nvPr/>
        </p:nvSpPr>
        <p:spPr>
          <a:xfrm>
            <a:off x="2228387" y="351638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15"/>
          <p:cNvSpPr txBox="1"/>
          <p:nvPr/>
        </p:nvSpPr>
        <p:spPr>
          <a:xfrm>
            <a:off x="2387976" y="4770300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Search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2421087" y="357050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2387970" y="8820297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</a:t>
            </a:r>
            <a:endParaRPr/>
          </a:p>
        </p:txBody>
      </p:sp>
      <p:grpSp>
        <p:nvGrpSpPr>
          <p:cNvPr id="165" name="Google Shape;165;p15"/>
          <p:cNvGrpSpPr/>
          <p:nvPr/>
        </p:nvGrpSpPr>
        <p:grpSpPr>
          <a:xfrm>
            <a:off x="1331284" y="7167191"/>
            <a:ext cx="6456339" cy="860935"/>
            <a:chOff x="0" y="-57150"/>
            <a:chExt cx="4607064" cy="614339"/>
          </a:xfrm>
        </p:grpSpPr>
        <p:sp>
          <p:nvSpPr>
            <p:cNvPr id="166" name="Google Shape;166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67" name="Google Shape;167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15"/>
          <p:cNvSpPr txBox="1"/>
          <p:nvPr/>
        </p:nvSpPr>
        <p:spPr>
          <a:xfrm>
            <a:off x="2653566" y="7406121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</a:t>
            </a: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Google ADS</a:t>
            </a:r>
            <a:endParaRPr/>
          </a:p>
        </p:txBody>
      </p:sp>
      <p:cxnSp>
        <p:nvCxnSpPr>
          <p:cNvPr id="169" name="Google Shape;169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0" name="Google Shape;170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71" name="Google Shape;171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174" name="Google Shape;174;p15"/>
          <p:cNvGrpSpPr/>
          <p:nvPr/>
        </p:nvGrpSpPr>
        <p:grpSpPr>
          <a:xfrm>
            <a:off x="1453630" y="5872237"/>
            <a:ext cx="6503792" cy="840369"/>
            <a:chOff x="0" y="-38100"/>
            <a:chExt cx="4607064" cy="595289"/>
          </a:xfrm>
        </p:grpSpPr>
        <p:sp>
          <p:nvSpPr>
            <p:cNvPr id="175" name="Google Shape;17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76" name="Google Shape;176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5"/>
          <p:cNvSpPr/>
          <p:nvPr/>
        </p:nvSpPr>
        <p:spPr>
          <a:xfrm>
            <a:off x="2160824" y="5974214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15"/>
          <p:cNvSpPr txBox="1"/>
          <p:nvPr/>
        </p:nvSpPr>
        <p:spPr>
          <a:xfrm>
            <a:off x="2537770" y="6060193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PerfMax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181" name="Google Shape;181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53575" y="7297288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41125" y="86898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 txBox="1"/>
          <p:nvPr/>
        </p:nvSpPr>
        <p:spPr>
          <a:xfrm>
            <a:off x="12498712" y="33518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49 839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12498713" y="47227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609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12498713" y="74635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515,15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12498713" y="892356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0,24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8514112" y="33518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66 016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8514122" y="47227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630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8514112" y="74635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515,24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8514113" y="892356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0,2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12498713" y="5958388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1 526</a:t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8398913" y="5987625"/>
            <a:ext cx="4215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1 909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8" name="Google Shape;198;p16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199" name="Google Shape;199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00" name="Google Shape;200;p16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16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02" name="Google Shape;202;p16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3" name="Google Shape;203;p16"/>
          <p:cNvGrpSpPr/>
          <p:nvPr/>
        </p:nvGrpSpPr>
        <p:grpSpPr>
          <a:xfrm>
            <a:off x="947550" y="3484499"/>
            <a:ext cx="6710189" cy="805307"/>
            <a:chOff x="0" y="-38100"/>
            <a:chExt cx="4607064" cy="595289"/>
          </a:xfrm>
        </p:grpSpPr>
        <p:sp>
          <p:nvSpPr>
            <p:cNvPr id="204" name="Google Shape;204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1414"/>
            </a:solidFill>
            <a:ln>
              <a:noFill/>
            </a:ln>
          </p:spPr>
        </p:sp>
        <p:sp>
          <p:nvSpPr>
            <p:cNvPr id="205" name="Google Shape;205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16"/>
          <p:cNvGrpSpPr/>
          <p:nvPr/>
        </p:nvGrpSpPr>
        <p:grpSpPr>
          <a:xfrm>
            <a:off x="947550" y="4613589"/>
            <a:ext cx="6710189" cy="805307"/>
            <a:chOff x="0" y="-38100"/>
            <a:chExt cx="4607064" cy="595289"/>
          </a:xfrm>
        </p:grpSpPr>
        <p:sp>
          <p:nvSpPr>
            <p:cNvPr id="207" name="Google Shape;20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3131"/>
            </a:solidFill>
            <a:ln>
              <a:noFill/>
            </a:ln>
          </p:spPr>
        </p:sp>
        <p:sp>
          <p:nvSpPr>
            <p:cNvPr id="208" name="Google Shape;208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16"/>
          <p:cNvGrpSpPr/>
          <p:nvPr/>
        </p:nvGrpSpPr>
        <p:grpSpPr>
          <a:xfrm>
            <a:off x="947550" y="5739444"/>
            <a:ext cx="6710189" cy="805307"/>
            <a:chOff x="0" y="-38100"/>
            <a:chExt cx="4607064" cy="595289"/>
          </a:xfrm>
        </p:grpSpPr>
        <p:sp>
          <p:nvSpPr>
            <p:cNvPr id="210" name="Google Shape;21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5143"/>
            </a:solidFill>
            <a:ln>
              <a:noFill/>
            </a:ln>
          </p:spPr>
        </p:sp>
        <p:sp>
          <p:nvSpPr>
            <p:cNvPr id="211" name="Google Shape;211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p16"/>
          <p:cNvSpPr/>
          <p:nvPr/>
        </p:nvSpPr>
        <p:spPr>
          <a:xfrm>
            <a:off x="2454580" y="3653059"/>
            <a:ext cx="630289" cy="554070"/>
          </a:xfrm>
          <a:custGeom>
            <a:rect b="b" l="l" r="r" t="t"/>
            <a:pathLst>
              <a:path extrusionOk="0" h="483904" w="511391">
                <a:moveTo>
                  <a:pt x="0" y="0"/>
                </a:moveTo>
                <a:lnTo>
                  <a:pt x="511391" y="0"/>
                </a:lnTo>
                <a:lnTo>
                  <a:pt x="511391" y="483904"/>
                </a:lnTo>
                <a:lnTo>
                  <a:pt x="0" y="4839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16"/>
          <p:cNvSpPr txBox="1"/>
          <p:nvPr/>
        </p:nvSpPr>
        <p:spPr>
          <a:xfrm>
            <a:off x="2454569" y="4847562"/>
            <a:ext cx="48531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Lit Coffre</a:t>
            </a:r>
            <a:endParaRPr sz="1727"/>
          </a:p>
        </p:txBody>
      </p:sp>
      <p:sp>
        <p:nvSpPr>
          <p:cNvPr id="214" name="Google Shape;214;p16"/>
          <p:cNvSpPr txBox="1"/>
          <p:nvPr/>
        </p:nvSpPr>
        <p:spPr>
          <a:xfrm>
            <a:off x="2093184" y="3721921"/>
            <a:ext cx="47847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Généraliste</a:t>
            </a:r>
            <a:endParaRPr sz="1727"/>
          </a:p>
        </p:txBody>
      </p:sp>
      <p:sp>
        <p:nvSpPr>
          <p:cNvPr id="215" name="Google Shape;215;p16"/>
          <p:cNvSpPr txBox="1"/>
          <p:nvPr/>
        </p:nvSpPr>
        <p:spPr>
          <a:xfrm>
            <a:off x="3419185" y="5968762"/>
            <a:ext cx="3363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Lit motorisé</a:t>
            </a:r>
            <a:endParaRPr sz="1727"/>
          </a:p>
        </p:txBody>
      </p:sp>
      <p:sp>
        <p:nvSpPr>
          <p:cNvPr id="216" name="Google Shape;216;p16"/>
          <p:cNvSpPr txBox="1"/>
          <p:nvPr/>
        </p:nvSpPr>
        <p:spPr>
          <a:xfrm>
            <a:off x="12878550" y="3761899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585</a:t>
            </a:r>
            <a:endParaRPr sz="1727"/>
          </a:p>
        </p:txBody>
      </p:sp>
      <p:sp>
        <p:nvSpPr>
          <p:cNvPr id="217" name="Google Shape;217;p16"/>
          <p:cNvSpPr txBox="1"/>
          <p:nvPr/>
        </p:nvSpPr>
        <p:spPr>
          <a:xfrm>
            <a:off x="12878550" y="4890987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310</a:t>
            </a:r>
            <a:endParaRPr sz="1727"/>
          </a:p>
        </p:txBody>
      </p:sp>
      <p:sp>
        <p:nvSpPr>
          <p:cNvPr id="218" name="Google Shape;218;p16"/>
          <p:cNvSpPr txBox="1"/>
          <p:nvPr/>
        </p:nvSpPr>
        <p:spPr>
          <a:xfrm>
            <a:off x="12878550" y="6018243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168</a:t>
            </a:r>
            <a:endParaRPr sz="1727"/>
          </a:p>
        </p:txBody>
      </p:sp>
      <p:sp>
        <p:nvSpPr>
          <p:cNvPr id="219" name="Google Shape;219;p16"/>
          <p:cNvSpPr txBox="1"/>
          <p:nvPr/>
        </p:nvSpPr>
        <p:spPr>
          <a:xfrm>
            <a:off x="8172615" y="3761899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685</a:t>
            </a:r>
            <a:endParaRPr sz="384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0" name="Google Shape;220;p16"/>
          <p:cNvSpPr txBox="1"/>
          <p:nvPr/>
        </p:nvSpPr>
        <p:spPr>
          <a:xfrm>
            <a:off x="8172615" y="4890987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509</a:t>
            </a:r>
            <a:endParaRPr sz="1727"/>
          </a:p>
        </p:txBody>
      </p:sp>
      <p:sp>
        <p:nvSpPr>
          <p:cNvPr id="221" name="Google Shape;221;p16"/>
          <p:cNvSpPr txBox="1"/>
          <p:nvPr/>
        </p:nvSpPr>
        <p:spPr>
          <a:xfrm>
            <a:off x="8172615" y="6018243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167</a:t>
            </a:r>
            <a:endParaRPr sz="384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12853812" y="2559925"/>
            <a:ext cx="44619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372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8149515" y="2559925"/>
            <a:ext cx="467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 sz="1480"/>
          </a:p>
        </p:txBody>
      </p:sp>
      <p:grpSp>
        <p:nvGrpSpPr>
          <p:cNvPr id="224" name="Google Shape;224;p16"/>
          <p:cNvGrpSpPr/>
          <p:nvPr/>
        </p:nvGrpSpPr>
        <p:grpSpPr>
          <a:xfrm>
            <a:off x="959975" y="8075029"/>
            <a:ext cx="6710189" cy="806200"/>
            <a:chOff x="0" y="-38100"/>
            <a:chExt cx="4607064" cy="595289"/>
          </a:xfrm>
        </p:grpSpPr>
        <p:sp>
          <p:nvSpPr>
            <p:cNvPr id="225" name="Google Shape;225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</p:sp>
        <p:sp>
          <p:nvSpPr>
            <p:cNvPr id="226" name="Google Shape;226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825" lIns="45825" spcFirstLastPara="1" rIns="45825" wrap="square" tIns="458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16"/>
          <p:cNvSpPr/>
          <p:nvPr/>
        </p:nvSpPr>
        <p:spPr>
          <a:xfrm>
            <a:off x="1643717" y="8309453"/>
            <a:ext cx="405640" cy="427573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16"/>
          <p:cNvSpPr txBox="1"/>
          <p:nvPr/>
        </p:nvSpPr>
        <p:spPr>
          <a:xfrm>
            <a:off x="2048846" y="8308052"/>
            <a:ext cx="569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8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Total des clics sur les publicités</a:t>
            </a:r>
            <a:endParaRPr sz="1263"/>
          </a:p>
        </p:txBody>
      </p:sp>
      <p:grpSp>
        <p:nvGrpSpPr>
          <p:cNvPr id="229" name="Google Shape;229;p16"/>
          <p:cNvGrpSpPr/>
          <p:nvPr/>
        </p:nvGrpSpPr>
        <p:grpSpPr>
          <a:xfrm>
            <a:off x="959975" y="6865300"/>
            <a:ext cx="6710189" cy="806200"/>
            <a:chOff x="0" y="-38100"/>
            <a:chExt cx="4607064" cy="595289"/>
          </a:xfrm>
        </p:grpSpPr>
        <p:sp>
          <p:nvSpPr>
            <p:cNvPr id="230" name="Google Shape;23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</p:sp>
        <p:sp>
          <p:nvSpPr>
            <p:cNvPr id="231" name="Google Shape;231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825" lIns="45825" spcFirstLastPara="1" rIns="45825" wrap="square" tIns="458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p16"/>
          <p:cNvSpPr/>
          <p:nvPr/>
        </p:nvSpPr>
        <p:spPr>
          <a:xfrm>
            <a:off x="1559501" y="7023940"/>
            <a:ext cx="688568" cy="546163"/>
          </a:xfrm>
          <a:custGeom>
            <a:rect b="b" l="l" r="r" t="t"/>
            <a:pathLst>
              <a:path extrusionOk="0" h="670139" w="670139">
                <a:moveTo>
                  <a:pt x="0" y="0"/>
                </a:moveTo>
                <a:lnTo>
                  <a:pt x="670139" y="0"/>
                </a:lnTo>
                <a:lnTo>
                  <a:pt x="670139" y="670139"/>
                </a:lnTo>
                <a:lnTo>
                  <a:pt x="0" y="6701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16"/>
          <p:cNvSpPr txBox="1"/>
          <p:nvPr/>
        </p:nvSpPr>
        <p:spPr>
          <a:xfrm>
            <a:off x="2088904" y="7098322"/>
            <a:ext cx="56106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8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Diffusion totale des publicités</a:t>
            </a:r>
            <a:endParaRPr sz="1263"/>
          </a:p>
        </p:txBody>
      </p:sp>
      <p:sp>
        <p:nvSpPr>
          <p:cNvPr id="234" name="Google Shape;234;p16"/>
          <p:cNvSpPr txBox="1"/>
          <p:nvPr/>
        </p:nvSpPr>
        <p:spPr>
          <a:xfrm>
            <a:off x="13314923" y="8318449"/>
            <a:ext cx="40131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4 725</a:t>
            </a:r>
            <a:endParaRPr sz="1263"/>
          </a:p>
        </p:txBody>
      </p:sp>
      <p:sp>
        <p:nvSpPr>
          <p:cNvPr id="235" name="Google Shape;235;p16"/>
          <p:cNvSpPr txBox="1"/>
          <p:nvPr/>
        </p:nvSpPr>
        <p:spPr>
          <a:xfrm>
            <a:off x="13314923" y="7018960"/>
            <a:ext cx="40131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93 422</a:t>
            </a:r>
            <a:endParaRPr sz="1263"/>
          </a:p>
        </p:txBody>
      </p:sp>
      <p:sp>
        <p:nvSpPr>
          <p:cNvPr id="236" name="Google Shape;236;p16"/>
          <p:cNvSpPr txBox="1"/>
          <p:nvPr/>
        </p:nvSpPr>
        <p:spPr>
          <a:xfrm>
            <a:off x="8185048" y="8308061"/>
            <a:ext cx="38961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6 855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16"/>
          <p:cNvSpPr txBox="1"/>
          <p:nvPr/>
        </p:nvSpPr>
        <p:spPr>
          <a:xfrm>
            <a:off x="8161953" y="7018968"/>
            <a:ext cx="41664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125 180</a:t>
            </a:r>
            <a:endParaRPr sz="1263"/>
          </a:p>
        </p:txBody>
      </p:sp>
      <p:pic>
        <p:nvPicPr>
          <p:cNvPr id="238" name="Google Shape;238;p16" title="lit-dhopital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56851" y="5805354"/>
            <a:ext cx="789600" cy="733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6" title="lit-dhopital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56851" y="4764479"/>
            <a:ext cx="609600" cy="566171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6"/>
          <p:cNvSpPr txBox="1"/>
          <p:nvPr/>
        </p:nvSpPr>
        <p:spPr>
          <a:xfrm>
            <a:off x="2879420" y="716319"/>
            <a:ext cx="1252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RÉPARTITION DES PAGES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46" name="Google Shape;246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7" name="Google Shape;247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48" name="Google Shape;248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49" name="Google Shape;249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" name="Google Shape;250;p17"/>
          <p:cNvGrpSpPr/>
          <p:nvPr/>
        </p:nvGrpSpPr>
        <p:grpSpPr>
          <a:xfrm>
            <a:off x="819187" y="3520722"/>
            <a:ext cx="6503792" cy="867262"/>
            <a:chOff x="0" y="-57150"/>
            <a:chExt cx="4607064" cy="614339"/>
          </a:xfrm>
        </p:grpSpPr>
        <p:sp>
          <p:nvSpPr>
            <p:cNvPr id="251" name="Google Shape;251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52" name="Google Shape;252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p17"/>
          <p:cNvGrpSpPr/>
          <p:nvPr/>
        </p:nvGrpSpPr>
        <p:grpSpPr>
          <a:xfrm>
            <a:off x="819187" y="4998146"/>
            <a:ext cx="6503792" cy="867262"/>
            <a:chOff x="0" y="-57150"/>
            <a:chExt cx="4607064" cy="614339"/>
          </a:xfrm>
        </p:grpSpPr>
        <p:sp>
          <p:nvSpPr>
            <p:cNvPr id="254" name="Google Shape;254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55" name="Google Shape;255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17"/>
          <p:cNvSpPr/>
          <p:nvPr/>
        </p:nvSpPr>
        <p:spPr>
          <a:xfrm>
            <a:off x="2265433" y="52780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17"/>
          <p:cNvSpPr/>
          <p:nvPr/>
        </p:nvSpPr>
        <p:spPr>
          <a:xfrm>
            <a:off x="1727487" y="371753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17"/>
          <p:cNvSpPr txBox="1"/>
          <p:nvPr/>
        </p:nvSpPr>
        <p:spPr>
          <a:xfrm>
            <a:off x="1719226" y="523357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59" name="Google Shape;259;p17"/>
          <p:cNvSpPr txBox="1"/>
          <p:nvPr/>
        </p:nvSpPr>
        <p:spPr>
          <a:xfrm>
            <a:off x="1752337" y="375615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grpSp>
        <p:nvGrpSpPr>
          <p:cNvPr id="260" name="Google Shape;260;p17"/>
          <p:cNvGrpSpPr/>
          <p:nvPr/>
        </p:nvGrpSpPr>
        <p:grpSpPr>
          <a:xfrm>
            <a:off x="842909" y="8006016"/>
            <a:ext cx="6456339" cy="860935"/>
            <a:chOff x="0" y="-57150"/>
            <a:chExt cx="4607064" cy="614339"/>
          </a:xfrm>
        </p:grpSpPr>
        <p:sp>
          <p:nvSpPr>
            <p:cNvPr id="261" name="Google Shape;261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62" name="Google Shape;262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p17"/>
          <p:cNvSpPr txBox="1"/>
          <p:nvPr/>
        </p:nvSpPr>
        <p:spPr>
          <a:xfrm>
            <a:off x="2165191" y="8244946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64" name="Google Shape;264;p17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5" name="Google Shape;265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66" name="Google Shape;266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17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68" name="Google Shape;268;p17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269" name="Google Shape;269;p17"/>
          <p:cNvGrpSpPr/>
          <p:nvPr/>
        </p:nvGrpSpPr>
        <p:grpSpPr>
          <a:xfrm>
            <a:off x="842905" y="6475575"/>
            <a:ext cx="6503792" cy="840369"/>
            <a:chOff x="0" y="-38100"/>
            <a:chExt cx="4607064" cy="595289"/>
          </a:xfrm>
        </p:grpSpPr>
        <p:sp>
          <p:nvSpPr>
            <p:cNvPr id="270" name="Google Shape;270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71" name="Google Shape;271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17"/>
          <p:cNvSpPr/>
          <p:nvPr/>
        </p:nvSpPr>
        <p:spPr>
          <a:xfrm>
            <a:off x="2139124" y="65775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17"/>
          <p:cNvSpPr txBox="1"/>
          <p:nvPr/>
        </p:nvSpPr>
        <p:spPr>
          <a:xfrm>
            <a:off x="1927045" y="666353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sp>
        <p:nvSpPr>
          <p:cNvPr id="274" name="Google Shape;274;p17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17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6" name="Google Shape;276;p17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277" name="Google Shape;277;p17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08450" y="814801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7"/>
          <p:cNvSpPr txBox="1"/>
          <p:nvPr/>
        </p:nvSpPr>
        <p:spPr>
          <a:xfrm>
            <a:off x="13139238" y="3621638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43 583</a:t>
            </a:r>
            <a:endParaRPr/>
          </a:p>
        </p:txBody>
      </p:sp>
      <p:sp>
        <p:nvSpPr>
          <p:cNvPr id="279" name="Google Shape;279;p17"/>
          <p:cNvSpPr txBox="1"/>
          <p:nvPr/>
        </p:nvSpPr>
        <p:spPr>
          <a:xfrm>
            <a:off x="131615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2 590</a:t>
            </a:r>
            <a:endParaRPr/>
          </a:p>
        </p:txBody>
      </p:sp>
      <p:sp>
        <p:nvSpPr>
          <p:cNvPr id="280" name="Google Shape;280;p17"/>
          <p:cNvSpPr txBox="1"/>
          <p:nvPr/>
        </p:nvSpPr>
        <p:spPr>
          <a:xfrm>
            <a:off x="13139242" y="6524721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128,93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1" name="Google Shape;281;p17"/>
          <p:cNvSpPr txBox="1"/>
          <p:nvPr/>
        </p:nvSpPr>
        <p:spPr>
          <a:xfrm>
            <a:off x="13139238" y="8139763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0,05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2" name="Google Shape;282;p17"/>
          <p:cNvSpPr txBox="1"/>
          <p:nvPr/>
        </p:nvSpPr>
        <p:spPr>
          <a:xfrm>
            <a:off x="8355201" y="3621638"/>
            <a:ext cx="4063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59 164</a:t>
            </a:r>
            <a:endParaRPr/>
          </a:p>
        </p:txBody>
      </p:sp>
      <p:sp>
        <p:nvSpPr>
          <p:cNvPr id="283" name="Google Shape;283;p17"/>
          <p:cNvSpPr txBox="1"/>
          <p:nvPr/>
        </p:nvSpPr>
        <p:spPr>
          <a:xfrm>
            <a:off x="85243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4 316</a:t>
            </a:r>
            <a:endParaRPr/>
          </a:p>
        </p:txBody>
      </p:sp>
      <p:sp>
        <p:nvSpPr>
          <p:cNvPr id="284" name="Google Shape;284;p17"/>
          <p:cNvSpPr txBox="1"/>
          <p:nvPr/>
        </p:nvSpPr>
        <p:spPr>
          <a:xfrm>
            <a:off x="7994003" y="6506588"/>
            <a:ext cx="47859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186,17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5" name="Google Shape;285;p17"/>
          <p:cNvSpPr txBox="1"/>
          <p:nvPr/>
        </p:nvSpPr>
        <p:spPr>
          <a:xfrm>
            <a:off x="8149250" y="8139763"/>
            <a:ext cx="44754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0,04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"/>
          <p:cNvSpPr txBox="1"/>
          <p:nvPr/>
        </p:nvSpPr>
        <p:spPr>
          <a:xfrm>
            <a:off x="3948986" y="697660"/>
            <a:ext cx="1189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91" name="Google Shape;291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2" name="Google Shape;292;p18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293" name="Google Shape;293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94" name="Google Shape;294;p18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p18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96" name="Google Shape;296;p18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18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98" name="Google Shape;298;p18"/>
          <p:cNvCxnSpPr/>
          <p:nvPr/>
        </p:nvCxnSpPr>
        <p:spPr>
          <a:xfrm rot="10800000">
            <a:off x="13891625" y="3274850"/>
            <a:ext cx="36600" cy="46695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299" name="Google Shape;299;p18"/>
          <p:cNvGrpSpPr/>
          <p:nvPr/>
        </p:nvGrpSpPr>
        <p:grpSpPr>
          <a:xfrm>
            <a:off x="840128" y="4148758"/>
            <a:ext cx="8614288" cy="1113071"/>
            <a:chOff x="0" y="-38100"/>
            <a:chExt cx="4607064" cy="595289"/>
          </a:xfrm>
        </p:grpSpPr>
        <p:sp>
          <p:nvSpPr>
            <p:cNvPr id="300" name="Google Shape;300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0984"/>
            </a:solidFill>
            <a:ln>
              <a:noFill/>
            </a:ln>
          </p:spPr>
        </p:sp>
        <p:sp>
          <p:nvSpPr>
            <p:cNvPr id="301" name="Google Shape;301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18"/>
          <p:cNvGrpSpPr/>
          <p:nvPr/>
        </p:nvGrpSpPr>
        <p:grpSpPr>
          <a:xfrm>
            <a:off x="840128" y="5709434"/>
            <a:ext cx="8614288" cy="1113071"/>
            <a:chOff x="0" y="-38100"/>
            <a:chExt cx="4607064" cy="595289"/>
          </a:xfrm>
        </p:grpSpPr>
        <p:sp>
          <p:nvSpPr>
            <p:cNvPr id="303" name="Google Shape;303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095E"/>
            </a:solidFill>
            <a:ln>
              <a:noFill/>
            </a:ln>
          </p:spPr>
        </p:sp>
        <p:sp>
          <p:nvSpPr>
            <p:cNvPr id="304" name="Google Shape;304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5" name="Google Shape;305;p18"/>
          <p:cNvSpPr/>
          <p:nvPr/>
        </p:nvSpPr>
        <p:spPr>
          <a:xfrm>
            <a:off x="1744549" y="5971252"/>
            <a:ext cx="443539" cy="589420"/>
          </a:xfrm>
          <a:custGeom>
            <a:rect b="b" l="l" r="r" t="t"/>
            <a:pathLst>
              <a:path extrusionOk="0" h="589420" w="443539">
                <a:moveTo>
                  <a:pt x="0" y="0"/>
                </a:moveTo>
                <a:lnTo>
                  <a:pt x="443539" y="0"/>
                </a:lnTo>
                <a:lnTo>
                  <a:pt x="443539" y="589420"/>
                </a:lnTo>
                <a:lnTo>
                  <a:pt x="0" y="589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6" name="Google Shape;306;p18"/>
          <p:cNvSpPr/>
          <p:nvPr/>
        </p:nvSpPr>
        <p:spPr>
          <a:xfrm>
            <a:off x="1496494" y="4367779"/>
            <a:ext cx="752901" cy="752901"/>
          </a:xfrm>
          <a:custGeom>
            <a:rect b="b" l="l" r="r" t="t"/>
            <a:pathLst>
              <a:path extrusionOk="0" h="752901" w="752901">
                <a:moveTo>
                  <a:pt x="0" y="0"/>
                </a:moveTo>
                <a:lnTo>
                  <a:pt x="752901" y="0"/>
                </a:lnTo>
                <a:lnTo>
                  <a:pt x="752901" y="752901"/>
                </a:lnTo>
                <a:lnTo>
                  <a:pt x="0" y="752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7" name="Google Shape;307;p18"/>
          <p:cNvSpPr txBox="1"/>
          <p:nvPr/>
        </p:nvSpPr>
        <p:spPr>
          <a:xfrm>
            <a:off x="2387725" y="6035113"/>
            <a:ext cx="67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COUT PAR </a:t>
            </a:r>
            <a:r>
              <a:rPr b="1" lang="en-US" sz="2999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CONVERSION MAJEURE</a:t>
            </a:r>
            <a:endParaRPr/>
          </a:p>
        </p:txBody>
      </p:sp>
      <p:sp>
        <p:nvSpPr>
          <p:cNvPr id="308" name="Google Shape;308;p18"/>
          <p:cNvSpPr txBox="1"/>
          <p:nvPr/>
        </p:nvSpPr>
        <p:spPr>
          <a:xfrm>
            <a:off x="2343762" y="4477653"/>
            <a:ext cx="614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CTR MOYEN</a:t>
            </a:r>
            <a:endParaRPr/>
          </a:p>
        </p:txBody>
      </p:sp>
      <p:sp>
        <p:nvSpPr>
          <p:cNvPr id="309" name="Google Shape;309;p18"/>
          <p:cNvSpPr txBox="1"/>
          <p:nvPr/>
        </p:nvSpPr>
        <p:spPr>
          <a:xfrm>
            <a:off x="13891685" y="4478389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5.94%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10" name="Google Shape;310;p18"/>
          <p:cNvSpPr txBox="1"/>
          <p:nvPr/>
        </p:nvSpPr>
        <p:spPr>
          <a:xfrm>
            <a:off x="13891685" y="6039065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0,53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11" name="Google Shape;311;p18"/>
          <p:cNvSpPr txBox="1"/>
          <p:nvPr/>
        </p:nvSpPr>
        <p:spPr>
          <a:xfrm>
            <a:off x="10126535" y="4618589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7.29%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12" name="Google Shape;312;p18"/>
          <p:cNvSpPr txBox="1"/>
          <p:nvPr/>
        </p:nvSpPr>
        <p:spPr>
          <a:xfrm>
            <a:off x="10126535" y="6179265"/>
            <a:ext cx="35562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0,57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13" name="Google Shape;313;p18"/>
          <p:cNvSpPr txBox="1"/>
          <p:nvPr/>
        </p:nvSpPr>
        <p:spPr>
          <a:xfrm>
            <a:off x="13891676" y="3578250"/>
            <a:ext cx="355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4" name="Google Shape;314;p18"/>
          <p:cNvSpPr txBox="1"/>
          <p:nvPr/>
        </p:nvSpPr>
        <p:spPr>
          <a:xfrm>
            <a:off x="10126525" y="3578250"/>
            <a:ext cx="355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19"/>
          <p:cNvGrpSpPr/>
          <p:nvPr/>
        </p:nvGrpSpPr>
        <p:grpSpPr>
          <a:xfrm>
            <a:off x="1100213" y="3540288"/>
            <a:ext cx="6507939" cy="873825"/>
            <a:chOff x="0" y="-38100"/>
            <a:chExt cx="4607064" cy="595289"/>
          </a:xfrm>
        </p:grpSpPr>
        <p:sp>
          <p:nvSpPr>
            <p:cNvPr id="320" name="Google Shape;320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321" name="Google Shape;321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2" name="Google Shape;322;p19"/>
          <p:cNvSpPr/>
          <p:nvPr/>
        </p:nvSpPr>
        <p:spPr>
          <a:xfrm>
            <a:off x="2560799" y="3751618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3" name="Google Shape;323;p19"/>
          <p:cNvSpPr txBox="1"/>
          <p:nvPr/>
        </p:nvSpPr>
        <p:spPr>
          <a:xfrm>
            <a:off x="2327960" y="3781982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324" name="Google Shape;324;p19"/>
          <p:cNvSpPr txBox="1"/>
          <p:nvPr/>
        </p:nvSpPr>
        <p:spPr>
          <a:xfrm>
            <a:off x="4443158" y="746913"/>
            <a:ext cx="9437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325" name="Google Shape;325;p19"/>
          <p:cNvGrpSpPr/>
          <p:nvPr/>
        </p:nvGrpSpPr>
        <p:grpSpPr>
          <a:xfrm>
            <a:off x="1100214" y="4861825"/>
            <a:ext cx="6456339" cy="834238"/>
            <a:chOff x="0" y="-38100"/>
            <a:chExt cx="4607064" cy="595289"/>
          </a:xfrm>
        </p:grpSpPr>
        <p:sp>
          <p:nvSpPr>
            <p:cNvPr id="326" name="Google Shape;326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327" name="Google Shape;327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8" name="Google Shape;328;p19"/>
          <p:cNvSpPr txBox="1"/>
          <p:nvPr/>
        </p:nvSpPr>
        <p:spPr>
          <a:xfrm>
            <a:off x="2070488" y="5067404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Google ADS</a:t>
            </a:r>
            <a:endParaRPr/>
          </a:p>
        </p:txBody>
      </p:sp>
      <p:grpSp>
        <p:nvGrpSpPr>
          <p:cNvPr id="329" name="Google Shape;329;p19"/>
          <p:cNvGrpSpPr/>
          <p:nvPr/>
        </p:nvGrpSpPr>
        <p:grpSpPr>
          <a:xfrm>
            <a:off x="1151886" y="6191673"/>
            <a:ext cx="6456339" cy="834238"/>
            <a:chOff x="0" y="-38100"/>
            <a:chExt cx="4607064" cy="595289"/>
          </a:xfrm>
        </p:grpSpPr>
        <p:sp>
          <p:nvSpPr>
            <p:cNvPr id="330" name="Google Shape;330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331" name="Google Shape;331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2" name="Google Shape;332;p19"/>
          <p:cNvSpPr txBox="1"/>
          <p:nvPr/>
        </p:nvSpPr>
        <p:spPr>
          <a:xfrm>
            <a:off x="2070488" y="6376377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Meta ADS</a:t>
            </a:r>
            <a:endParaRPr/>
          </a:p>
        </p:txBody>
      </p:sp>
      <p:grpSp>
        <p:nvGrpSpPr>
          <p:cNvPr id="333" name="Google Shape;333;p19"/>
          <p:cNvGrpSpPr/>
          <p:nvPr/>
        </p:nvGrpSpPr>
        <p:grpSpPr>
          <a:xfrm>
            <a:off x="1100214" y="7490215"/>
            <a:ext cx="6456339" cy="834238"/>
            <a:chOff x="0" y="-38100"/>
            <a:chExt cx="4607064" cy="595289"/>
          </a:xfrm>
        </p:grpSpPr>
        <p:sp>
          <p:nvSpPr>
            <p:cNvPr id="334" name="Google Shape;334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335" name="Google Shape;335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" name="Google Shape;336;p19"/>
          <p:cNvSpPr txBox="1"/>
          <p:nvPr/>
        </p:nvSpPr>
        <p:spPr>
          <a:xfrm>
            <a:off x="2177638" y="7695792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conversion majeure</a:t>
            </a:r>
            <a:endParaRPr/>
          </a:p>
        </p:txBody>
      </p:sp>
      <p:sp>
        <p:nvSpPr>
          <p:cNvPr id="337" name="Google Shape;337;p19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8" name="Google Shape;338;p19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39" name="Google Shape;339;p19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40" name="Google Shape;340;p19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1" name="Google Shape;341;p19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342" name="Google Shape;342;p19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43" name="Google Shape;343;p19"/>
          <p:cNvCxnSpPr/>
          <p:nvPr/>
        </p:nvCxnSpPr>
        <p:spPr>
          <a:xfrm rot="10800000">
            <a:off x="12938568" y="303530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44" name="Google Shape;344;p19"/>
          <p:cNvSpPr txBox="1"/>
          <p:nvPr/>
        </p:nvSpPr>
        <p:spPr>
          <a:xfrm>
            <a:off x="13573982" y="2708613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8968613" y="2708613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346" name="Google Shape;346;p19"/>
          <p:cNvSpPr txBox="1"/>
          <p:nvPr/>
        </p:nvSpPr>
        <p:spPr>
          <a:xfrm>
            <a:off x="13547296" y="3644263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644,08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47" name="Google Shape;347;p19"/>
          <p:cNvSpPr txBox="1"/>
          <p:nvPr/>
        </p:nvSpPr>
        <p:spPr>
          <a:xfrm>
            <a:off x="13447391" y="4916810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515,15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48" name="Google Shape;348;p19"/>
          <p:cNvSpPr txBox="1"/>
          <p:nvPr/>
        </p:nvSpPr>
        <p:spPr>
          <a:xfrm>
            <a:off x="13447391" y="6288162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128,93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49" name="Google Shape;349;p19"/>
          <p:cNvSpPr txBox="1"/>
          <p:nvPr/>
        </p:nvSpPr>
        <p:spPr>
          <a:xfrm>
            <a:off x="8259665" y="3644263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701,41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50" name="Google Shape;350;p19"/>
          <p:cNvSpPr txBox="1"/>
          <p:nvPr/>
        </p:nvSpPr>
        <p:spPr>
          <a:xfrm>
            <a:off x="8158161" y="4916807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515,24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51" name="Google Shape;351;p19"/>
          <p:cNvSpPr txBox="1"/>
          <p:nvPr/>
        </p:nvSpPr>
        <p:spPr>
          <a:xfrm>
            <a:off x="8158161" y="6288156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186,17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52" name="Google Shape;352;p19"/>
          <p:cNvSpPr txBox="1"/>
          <p:nvPr/>
        </p:nvSpPr>
        <p:spPr>
          <a:xfrm>
            <a:off x="13447391" y="7573150"/>
            <a:ext cx="3640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0,53€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3" name="Google Shape;353;p19"/>
          <p:cNvSpPr txBox="1"/>
          <p:nvPr/>
        </p:nvSpPr>
        <p:spPr>
          <a:xfrm>
            <a:off x="8158161" y="7573141"/>
            <a:ext cx="4493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0,57</a:t>
            </a: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2070489" y="4919076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5" name="Google Shape;355;p19"/>
          <p:cNvSpPr/>
          <p:nvPr/>
        </p:nvSpPr>
        <p:spPr>
          <a:xfrm>
            <a:off x="2226464" y="6287938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6" name="Google Shape;356;p19"/>
          <p:cNvSpPr/>
          <p:nvPr/>
        </p:nvSpPr>
        <p:spPr>
          <a:xfrm>
            <a:off x="1837014" y="7571263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0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2" name="Google Shape;362;p20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3" name="Google Shape;363;p20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64" name="Google Shape;364;p20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65" name="Google Shape;365;p20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66" name="Google Shape;366;p20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