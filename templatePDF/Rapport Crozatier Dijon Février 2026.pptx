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Anton"/>
      <p:regular r:id="rId13"/>
    </p:embeddedFont>
    <p:embeddedFont>
      <p:font typeface="Poppins"/>
      <p:bold r:id="rId14"/>
      <p:boldItalic r:id="rId15"/>
    </p:embeddedFont>
    <p:embeddedFont>
      <p:font typeface="Allerta Stencil"/>
      <p:regular r:id="rId16"/>
    </p:embeddedFont>
    <p:embeddedFont>
      <p:font typeface="DM Sans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nton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bold.fntdata"/><Relationship Id="rId17" Type="http://schemas.openxmlformats.org/officeDocument/2006/relationships/font" Target="fonts/DMSans-bold.fntdata"/><Relationship Id="rId16" Type="http://schemas.openxmlformats.org/officeDocument/2006/relationships/font" Target="fonts/AllertaStenci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4df243d9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4df243d9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8.jp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8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1" Type="http://schemas.openxmlformats.org/officeDocument/2006/relationships/image" Target="../media/image5.png"/><Relationship Id="rId10" Type="http://schemas.openxmlformats.org/officeDocument/2006/relationships/image" Target="../media/image26.png"/><Relationship Id="rId12" Type="http://schemas.openxmlformats.org/officeDocument/2006/relationships/image" Target="../media/image11.png"/><Relationship Id="rId9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8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Crozatier Dijon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399256" y="34847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892729" y="36745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495411" y="37141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684409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920261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8206446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8464150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83978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838980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4 444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24140" y="37312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122 890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4 055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52241" y="37141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122 964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85278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648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826148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840282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8376186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56 901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677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456,42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0,21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55 884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818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455,44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0,24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1 543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1 086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/>
        </p:nvSpPr>
        <p:spPr>
          <a:xfrm>
            <a:off x="2379849" y="718925"/>
            <a:ext cx="13444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1" name="Google Shape;201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2" name="Google Shape;202;p16"/>
          <p:cNvCxnSpPr/>
          <p:nvPr/>
        </p:nvCxnSpPr>
        <p:spPr>
          <a:xfrm rot="10800000">
            <a:off x="11986547" y="33087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3" name="Google Shape;203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4" name="Google Shape;204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6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1868375" y="293202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850362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208" name="Google Shape;208;p16"/>
          <p:cNvGrpSpPr/>
          <p:nvPr/>
        </p:nvGrpSpPr>
        <p:grpSpPr>
          <a:xfrm>
            <a:off x="2709862" y="3050314"/>
            <a:ext cx="5259424" cy="679582"/>
            <a:chOff x="0" y="-38100"/>
            <a:chExt cx="4607064" cy="595289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2728962" y="4027505"/>
            <a:ext cx="5259424" cy="679582"/>
            <a:chOff x="0" y="-38100"/>
            <a:chExt cx="4607064" cy="595289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13" name="Google Shape;21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2728962" y="4977665"/>
            <a:ext cx="5259424" cy="679582"/>
            <a:chOff x="0" y="-38100"/>
            <a:chExt cx="4607064" cy="595289"/>
          </a:xfrm>
        </p:grpSpPr>
        <p:sp>
          <p:nvSpPr>
            <p:cNvPr id="215" name="Google Shape;21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6" name="Google Shape;21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6"/>
          <p:cNvSpPr txBox="1"/>
          <p:nvPr/>
        </p:nvSpPr>
        <p:spPr>
          <a:xfrm>
            <a:off x="3910195" y="4224962"/>
            <a:ext cx="3804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Canapés</a:t>
            </a:r>
            <a:endParaRPr sz="1354"/>
          </a:p>
        </p:txBody>
      </p:sp>
      <p:sp>
        <p:nvSpPr>
          <p:cNvPr id="218" name="Google Shape;218;p16"/>
          <p:cNvSpPr txBox="1"/>
          <p:nvPr/>
        </p:nvSpPr>
        <p:spPr>
          <a:xfrm>
            <a:off x="3613834" y="3281382"/>
            <a:ext cx="3750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354"/>
          </a:p>
        </p:txBody>
      </p:sp>
      <p:sp>
        <p:nvSpPr>
          <p:cNvPr id="219" name="Google Shape;219;p16"/>
          <p:cNvSpPr txBox="1"/>
          <p:nvPr/>
        </p:nvSpPr>
        <p:spPr>
          <a:xfrm>
            <a:off x="4666282" y="5171194"/>
            <a:ext cx="2636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Sejour</a:t>
            </a:r>
            <a:endParaRPr sz="1354"/>
          </a:p>
        </p:txBody>
      </p:sp>
      <p:sp>
        <p:nvSpPr>
          <p:cNvPr id="220" name="Google Shape;220;p16"/>
          <p:cNvSpPr txBox="1"/>
          <p:nvPr/>
        </p:nvSpPr>
        <p:spPr>
          <a:xfrm>
            <a:off x="12237082" y="330872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291</a:t>
            </a:r>
            <a:endParaRPr sz="1354"/>
          </a:p>
        </p:txBody>
      </p:sp>
      <p:sp>
        <p:nvSpPr>
          <p:cNvPr id="221" name="Google Shape;221;p16"/>
          <p:cNvSpPr txBox="1"/>
          <p:nvPr/>
        </p:nvSpPr>
        <p:spPr>
          <a:xfrm>
            <a:off x="12237082" y="426161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385</a:t>
            </a:r>
            <a:endParaRPr sz="1354"/>
          </a:p>
        </p:txBody>
      </p:sp>
      <p:sp>
        <p:nvSpPr>
          <p:cNvPr id="222" name="Google Shape;222;p16"/>
          <p:cNvSpPr txBox="1"/>
          <p:nvPr/>
        </p:nvSpPr>
        <p:spPr>
          <a:xfrm>
            <a:off x="12237082" y="5212953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255</a:t>
            </a:r>
            <a:endParaRPr sz="1354"/>
          </a:p>
        </p:txBody>
      </p:sp>
      <p:sp>
        <p:nvSpPr>
          <p:cNvPr id="223" name="Google Shape;223;p16"/>
          <p:cNvSpPr txBox="1"/>
          <p:nvPr/>
        </p:nvSpPr>
        <p:spPr>
          <a:xfrm>
            <a:off x="8392121" y="330872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372</a:t>
            </a:r>
            <a:endParaRPr sz="301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8392121" y="426161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373</a:t>
            </a:r>
            <a:endParaRPr sz="1354"/>
          </a:p>
        </p:txBody>
      </p:sp>
      <p:sp>
        <p:nvSpPr>
          <p:cNvPr id="225" name="Google Shape;225;p16"/>
          <p:cNvSpPr txBox="1"/>
          <p:nvPr/>
        </p:nvSpPr>
        <p:spPr>
          <a:xfrm>
            <a:off x="8392121" y="5212953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287</a:t>
            </a:r>
            <a:endParaRPr sz="301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728963" y="9155047"/>
            <a:ext cx="5259424" cy="618922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25" lIns="35925" spcFirstLastPara="1" rIns="35925" wrap="square" tIns="359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7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3582443" y="9333930"/>
            <a:ext cx="44604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990"/>
          </a:p>
        </p:txBody>
      </p:sp>
      <p:grpSp>
        <p:nvGrpSpPr>
          <p:cNvPr id="230" name="Google Shape;230;p16"/>
          <p:cNvGrpSpPr/>
          <p:nvPr/>
        </p:nvGrpSpPr>
        <p:grpSpPr>
          <a:xfrm>
            <a:off x="2728963" y="8208112"/>
            <a:ext cx="5259424" cy="618922"/>
            <a:chOff x="0" y="-38100"/>
            <a:chExt cx="4607064" cy="595289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32" name="Google Shape;232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25" lIns="35925" spcFirstLastPara="1" rIns="35925" wrap="square" tIns="359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7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6"/>
          <p:cNvSpPr txBox="1"/>
          <p:nvPr/>
        </p:nvSpPr>
        <p:spPr>
          <a:xfrm>
            <a:off x="3613841" y="8386994"/>
            <a:ext cx="43977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990"/>
          </a:p>
        </p:txBody>
      </p:sp>
      <p:sp>
        <p:nvSpPr>
          <p:cNvPr id="234" name="Google Shape;234;p16"/>
          <p:cNvSpPr txBox="1"/>
          <p:nvPr/>
        </p:nvSpPr>
        <p:spPr>
          <a:xfrm>
            <a:off x="12569376" y="9341912"/>
            <a:ext cx="3145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4 444</a:t>
            </a:r>
            <a:endParaRPr sz="31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12569376" y="8326072"/>
            <a:ext cx="3145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122 890</a:t>
            </a:r>
            <a:endParaRPr sz="31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8392112" y="9333925"/>
            <a:ext cx="3265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4 055</a:t>
            </a:r>
            <a:endParaRPr sz="26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374022" y="8326078"/>
            <a:ext cx="3265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122 964</a:t>
            </a:r>
            <a:endParaRPr sz="490"/>
          </a:p>
        </p:txBody>
      </p:sp>
      <p:grpSp>
        <p:nvGrpSpPr>
          <p:cNvPr id="238" name="Google Shape;238;p16"/>
          <p:cNvGrpSpPr/>
          <p:nvPr/>
        </p:nvGrpSpPr>
        <p:grpSpPr>
          <a:xfrm>
            <a:off x="2728963" y="6091850"/>
            <a:ext cx="5259424" cy="701250"/>
            <a:chOff x="0" y="-38100"/>
            <a:chExt cx="4607064" cy="595289"/>
          </a:xfrm>
        </p:grpSpPr>
        <p:sp>
          <p:nvSpPr>
            <p:cNvPr id="239" name="Google Shape;23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5252"/>
            </a:solidFill>
            <a:ln>
              <a:noFill/>
            </a:ln>
          </p:spPr>
        </p:sp>
        <p:sp>
          <p:nvSpPr>
            <p:cNvPr id="240" name="Google Shape;24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675" lIns="50675" spcFirstLastPara="1" rIns="50675" wrap="square" tIns="50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6"/>
          <p:cNvGrpSpPr/>
          <p:nvPr/>
        </p:nvGrpSpPr>
        <p:grpSpPr>
          <a:xfrm>
            <a:off x="2728963" y="7072251"/>
            <a:ext cx="5259424" cy="701250"/>
            <a:chOff x="0" y="-38100"/>
            <a:chExt cx="4607064" cy="595289"/>
          </a:xfrm>
        </p:grpSpPr>
        <p:sp>
          <p:nvSpPr>
            <p:cNvPr id="242" name="Google Shape;24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545"/>
            </a:solidFill>
            <a:ln>
              <a:noFill/>
            </a:ln>
          </p:spPr>
        </p:sp>
        <p:sp>
          <p:nvSpPr>
            <p:cNvPr id="243" name="Google Shape;24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675" lIns="50675" spcFirstLastPara="1" rIns="50675" wrap="square" tIns="50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 txBox="1"/>
          <p:nvPr/>
        </p:nvSpPr>
        <p:spPr>
          <a:xfrm>
            <a:off x="3910132" y="6295594"/>
            <a:ext cx="38037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9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Fauteuils</a:t>
            </a:r>
            <a:endParaRPr sz="1397"/>
          </a:p>
        </p:txBody>
      </p:sp>
      <p:sp>
        <p:nvSpPr>
          <p:cNvPr id="245" name="Google Shape;245;p16"/>
          <p:cNvSpPr txBox="1"/>
          <p:nvPr/>
        </p:nvSpPr>
        <p:spPr>
          <a:xfrm>
            <a:off x="4666179" y="7271941"/>
            <a:ext cx="2636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9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Chambre</a:t>
            </a:r>
            <a:endParaRPr sz="1397"/>
          </a:p>
        </p:txBody>
      </p:sp>
      <p:sp>
        <p:nvSpPr>
          <p:cNvPr id="246" name="Google Shape;246;p16"/>
          <p:cNvSpPr txBox="1"/>
          <p:nvPr/>
        </p:nvSpPr>
        <p:spPr>
          <a:xfrm>
            <a:off x="12237082" y="616431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133</a:t>
            </a:r>
            <a:endParaRPr sz="1354"/>
          </a:p>
        </p:txBody>
      </p:sp>
      <p:sp>
        <p:nvSpPr>
          <p:cNvPr id="247" name="Google Shape;247;p16"/>
          <p:cNvSpPr txBox="1"/>
          <p:nvPr/>
        </p:nvSpPr>
        <p:spPr>
          <a:xfrm>
            <a:off x="12237082" y="7115653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167</a:t>
            </a:r>
            <a:endParaRPr sz="1354"/>
          </a:p>
        </p:txBody>
      </p:sp>
      <p:sp>
        <p:nvSpPr>
          <p:cNvPr id="248" name="Google Shape;248;p16"/>
          <p:cNvSpPr txBox="1"/>
          <p:nvPr/>
        </p:nvSpPr>
        <p:spPr>
          <a:xfrm>
            <a:off x="8392121" y="616431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166</a:t>
            </a:r>
            <a:endParaRPr sz="1354"/>
          </a:p>
        </p:txBody>
      </p:sp>
      <p:sp>
        <p:nvSpPr>
          <p:cNvPr id="249" name="Google Shape;249;p16"/>
          <p:cNvSpPr txBox="1"/>
          <p:nvPr/>
        </p:nvSpPr>
        <p:spPr>
          <a:xfrm>
            <a:off x="8392121" y="7115653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170</a:t>
            </a:r>
            <a:endParaRPr sz="301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0" name="Google Shape;250;p16" title="accuei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38350" y="3184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6" title="canap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1125" y="41110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 title="sal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5500" y="5063888"/>
            <a:ext cx="507850" cy="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6" title="fauteui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14600" y="6210663"/>
            <a:ext cx="507850" cy="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 title="chambr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67200" y="71585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/>
          <p:nvPr/>
        </p:nvSpPr>
        <p:spPr>
          <a:xfrm>
            <a:off x="3401619" y="9224450"/>
            <a:ext cx="386889" cy="514138"/>
          </a:xfrm>
          <a:custGeom>
            <a:rect b="b" l="l" r="r" t="t"/>
            <a:pathLst>
              <a:path extrusionOk="0" h="514138" w="386889">
                <a:moveTo>
                  <a:pt x="0" y="0"/>
                </a:moveTo>
                <a:lnTo>
                  <a:pt x="386889" y="0"/>
                </a:lnTo>
                <a:lnTo>
                  <a:pt x="386889" y="514138"/>
                </a:lnTo>
                <a:lnTo>
                  <a:pt x="0" y="514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6"/>
          <p:cNvSpPr/>
          <p:nvPr/>
        </p:nvSpPr>
        <p:spPr>
          <a:xfrm>
            <a:off x="3280298" y="8299614"/>
            <a:ext cx="508208" cy="508208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4" name="Google Shape;264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5" name="Google Shape;265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67" name="Google Shape;26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68" name="Google Shape;268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76" name="Google Shape;276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77" name="Google Shape;27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8" name="Google Shape;278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80" name="Google Shape;280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1" name="Google Shape;281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2" name="Google Shape;282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85" name="Google Shape;285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86" name="Google Shape;28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87" name="Google Shape;28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93" name="Google Shape;293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65 989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2 224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250,42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67 080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2 151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269,41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18"/>
          <p:cNvGrpSpPr/>
          <p:nvPr/>
        </p:nvGrpSpPr>
        <p:grpSpPr>
          <a:xfrm>
            <a:off x="1082550" y="3812550"/>
            <a:ext cx="6507939" cy="873825"/>
            <a:chOff x="0" y="-38100"/>
            <a:chExt cx="4607064" cy="595289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18"/>
          <p:cNvSpPr/>
          <p:nvPr/>
        </p:nvSpPr>
        <p:spPr>
          <a:xfrm>
            <a:off x="2543136" y="40238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18"/>
          <p:cNvSpPr txBox="1"/>
          <p:nvPr/>
        </p:nvSpPr>
        <p:spPr>
          <a:xfrm>
            <a:off x="2310298" y="40542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12" name="Google Shape;312;p18"/>
          <p:cNvGrpSpPr/>
          <p:nvPr/>
        </p:nvGrpSpPr>
        <p:grpSpPr>
          <a:xfrm>
            <a:off x="1082551" y="5134088"/>
            <a:ext cx="6456339" cy="834238"/>
            <a:chOff x="0" y="-38100"/>
            <a:chExt cx="4607064" cy="595289"/>
          </a:xfrm>
        </p:grpSpPr>
        <p:sp>
          <p:nvSpPr>
            <p:cNvPr id="313" name="Google Shape;31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14" name="Google Shape;314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18"/>
          <p:cNvSpPr txBox="1"/>
          <p:nvPr/>
        </p:nvSpPr>
        <p:spPr>
          <a:xfrm>
            <a:off x="2052826" y="53396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16" name="Google Shape;316;p18"/>
          <p:cNvGrpSpPr/>
          <p:nvPr/>
        </p:nvGrpSpPr>
        <p:grpSpPr>
          <a:xfrm>
            <a:off x="1134224" y="6463936"/>
            <a:ext cx="6456339" cy="834238"/>
            <a:chOff x="0" y="-38100"/>
            <a:chExt cx="4607064" cy="595289"/>
          </a:xfrm>
        </p:grpSpPr>
        <p:sp>
          <p:nvSpPr>
            <p:cNvPr id="317" name="Google Shape;317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18" name="Google Shape;318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8"/>
          <p:cNvSpPr txBox="1"/>
          <p:nvPr/>
        </p:nvSpPr>
        <p:spPr>
          <a:xfrm>
            <a:off x="2052826" y="66486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22" name="Google Shape;322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3" name="Google Shape;323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25" name="Google Shape;325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18"/>
          <p:cNvGrpSpPr/>
          <p:nvPr/>
        </p:nvGrpSpPr>
        <p:grpSpPr>
          <a:xfrm>
            <a:off x="1082551" y="7820890"/>
            <a:ext cx="6456339" cy="834238"/>
            <a:chOff x="0" y="-38100"/>
            <a:chExt cx="4607064" cy="595289"/>
          </a:xfrm>
        </p:grpSpPr>
        <p:sp>
          <p:nvSpPr>
            <p:cNvPr id="327" name="Google Shape;327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28" name="Google Shape;328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18"/>
          <p:cNvSpPr txBox="1"/>
          <p:nvPr/>
        </p:nvSpPr>
        <p:spPr>
          <a:xfrm>
            <a:off x="2159975" y="802646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formulaire</a:t>
            </a:r>
            <a:endParaRPr/>
          </a:p>
        </p:txBody>
      </p:sp>
      <p:cxnSp>
        <p:nvCxnSpPr>
          <p:cNvPr id="330" name="Google Shape;330;p18"/>
          <p:cNvCxnSpPr/>
          <p:nvPr/>
        </p:nvCxnSpPr>
        <p:spPr>
          <a:xfrm rot="10800000">
            <a:off x="12920905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1" name="Google Shape;331;p18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13529633" y="39165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706,84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13429728" y="518907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456,42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13429728" y="65604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250,42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8242003" y="391652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724,85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8140498" y="5189070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455,44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8140498" y="6560419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269,41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2052826" y="51913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8"/>
          <p:cNvSpPr/>
          <p:nvPr/>
        </p:nvSpPr>
        <p:spPr>
          <a:xfrm>
            <a:off x="2208801" y="6560201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8"/>
          <p:cNvSpPr txBox="1"/>
          <p:nvPr/>
        </p:nvSpPr>
        <p:spPr>
          <a:xfrm>
            <a:off x="13429728" y="79038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1,02 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8140498" y="790381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1819351" y="7901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19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1" name="Google Shape;351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52" name="Google Shape;35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53" name="Google Shape;353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