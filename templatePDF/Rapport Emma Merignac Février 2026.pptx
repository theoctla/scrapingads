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Anton"/>
      <p:regular r:id="rId12"/>
    </p:embeddedFont>
    <p:embeddedFont>
      <p:font typeface="Poppins"/>
      <p:bold r:id="rId13"/>
      <p:boldItalic r:id="rId14"/>
    </p:embeddedFont>
    <p:embeddedFont>
      <p:font typeface="Allerta Stencil"/>
      <p:regular r:id="rId15"/>
    </p:embeddedFont>
    <p:embeddedFont>
      <p:font typeface="DM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oppins-bold.fntdata"/><Relationship Id="rId12" Type="http://schemas.openxmlformats.org/officeDocument/2006/relationships/font" Target="fonts/Anton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llertaStencil-regular.fntdata"/><Relationship Id="rId14" Type="http://schemas.openxmlformats.org/officeDocument/2006/relationships/font" Target="fonts/Poppins-boldItalic.fntdata"/><Relationship Id="rId17" Type="http://schemas.openxmlformats.org/officeDocument/2006/relationships/font" Target="fonts/DMSans-bold.fntdata"/><Relationship Id="rId16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Relationship Id="rId4" Type="http://schemas.openxmlformats.org/officeDocument/2006/relationships/image" Target="../media/image8.jp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13.pn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9.png"/><Relationship Id="rId5" Type="http://schemas.openxmlformats.org/officeDocument/2006/relationships/image" Target="../media/image23.png"/><Relationship Id="rId6" Type="http://schemas.openxmlformats.org/officeDocument/2006/relationships/image" Target="../media/image3.png"/><Relationship Id="rId7" Type="http://schemas.openxmlformats.org/officeDocument/2006/relationships/image" Target="../media/image13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3.png"/><Relationship Id="rId11" Type="http://schemas.openxmlformats.org/officeDocument/2006/relationships/image" Target="../media/image22.png"/><Relationship Id="rId10" Type="http://schemas.openxmlformats.org/officeDocument/2006/relationships/image" Target="../media/image9.png"/><Relationship Id="rId9" Type="http://schemas.openxmlformats.org/officeDocument/2006/relationships/image" Target="../media/image20.png"/><Relationship Id="rId5" Type="http://schemas.openxmlformats.org/officeDocument/2006/relationships/image" Target="../media/image4.png"/><Relationship Id="rId6" Type="http://schemas.openxmlformats.org/officeDocument/2006/relationships/image" Target="../media/image18.png"/><Relationship Id="rId7" Type="http://schemas.openxmlformats.org/officeDocument/2006/relationships/image" Target="../media/image13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Relationship Id="rId4" Type="http://schemas.openxmlformats.org/officeDocument/2006/relationships/image" Target="../media/image3.png"/><Relationship Id="rId11" Type="http://schemas.openxmlformats.org/officeDocument/2006/relationships/image" Target="../media/image22.png"/><Relationship Id="rId10" Type="http://schemas.openxmlformats.org/officeDocument/2006/relationships/image" Target="../media/image19.png"/><Relationship Id="rId9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18.png"/><Relationship Id="rId7" Type="http://schemas.openxmlformats.org/officeDocument/2006/relationships/image" Target="../media/image13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22.pn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Emma Merignac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Février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4"/>
          <p:cNvGrpSpPr/>
          <p:nvPr/>
        </p:nvGrpSpPr>
        <p:grpSpPr>
          <a:xfrm>
            <a:off x="1117627" y="3682850"/>
            <a:ext cx="6833197" cy="867262"/>
            <a:chOff x="0" y="-57150"/>
            <a:chExt cx="4607064" cy="614339"/>
          </a:xfrm>
        </p:grpSpPr>
        <p:sp>
          <p:nvSpPr>
            <p:cNvPr id="103" name="Google Shape;103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04" name="Google Shape;104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14"/>
          <p:cNvGrpSpPr/>
          <p:nvPr/>
        </p:nvGrpSpPr>
        <p:grpSpPr>
          <a:xfrm>
            <a:off x="1117627" y="5292520"/>
            <a:ext cx="6833197" cy="840369"/>
            <a:chOff x="0" y="-38100"/>
            <a:chExt cx="4607064" cy="595289"/>
          </a:xfrm>
        </p:grpSpPr>
        <p:sp>
          <p:nvSpPr>
            <p:cNvPr id="106" name="Google Shape;106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07" name="Google Shape;107;p14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" name="Google Shape;108;p14"/>
          <p:cNvSpPr/>
          <p:nvPr/>
        </p:nvSpPr>
        <p:spPr>
          <a:xfrm>
            <a:off x="1636077" y="3872609"/>
            <a:ext cx="596861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14"/>
          <p:cNvSpPr/>
          <p:nvPr/>
        </p:nvSpPr>
        <p:spPr>
          <a:xfrm>
            <a:off x="1887311" y="5369140"/>
            <a:ext cx="738736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0"/>
                </a:lnTo>
                <a:lnTo>
                  <a:pt x="0" y="620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14"/>
          <p:cNvSpPr txBox="1"/>
          <p:nvPr/>
        </p:nvSpPr>
        <p:spPr>
          <a:xfrm>
            <a:off x="2269265" y="3912182"/>
            <a:ext cx="4872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2269248" y="5569236"/>
            <a:ext cx="51195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Achats média GOOGLE</a:t>
            </a:r>
            <a:endParaRPr/>
          </a:p>
        </p:txBody>
      </p:sp>
      <p:grpSp>
        <p:nvGrpSpPr>
          <p:cNvPr id="113" name="Google Shape;113;p14"/>
          <p:cNvGrpSpPr/>
          <p:nvPr/>
        </p:nvGrpSpPr>
        <p:grpSpPr>
          <a:xfrm>
            <a:off x="989087" y="6835007"/>
            <a:ext cx="6782980" cy="860935"/>
            <a:chOff x="0" y="-57150"/>
            <a:chExt cx="4607064" cy="614339"/>
          </a:xfrm>
        </p:grpSpPr>
        <p:sp>
          <p:nvSpPr>
            <p:cNvPr id="114" name="Google Shape;114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15" name="Google Shape;115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" name="Google Shape;116;p14"/>
          <p:cNvSpPr/>
          <p:nvPr/>
        </p:nvSpPr>
        <p:spPr>
          <a:xfrm>
            <a:off x="1636077" y="6993767"/>
            <a:ext cx="733334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14"/>
          <p:cNvSpPr txBox="1"/>
          <p:nvPr/>
        </p:nvSpPr>
        <p:spPr>
          <a:xfrm>
            <a:off x="2002959" y="7070859"/>
            <a:ext cx="52047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Achats média META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-1283469" y="-777109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80" y="0"/>
                </a:lnTo>
                <a:lnTo>
                  <a:pt x="22228580" y="10252933"/>
                </a:lnTo>
                <a:lnTo>
                  <a:pt x="0" y="10252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0" name="Google Shape;120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21" name="Google Shape;121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22" name="Google Shape;122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" name="Google Shape;123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24" name="Google Shape;124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25" name="Google Shape;125;p14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6" name="Google Shape;126;p14"/>
          <p:cNvSpPr txBox="1"/>
          <p:nvPr/>
        </p:nvSpPr>
        <p:spPr>
          <a:xfrm>
            <a:off x="13994675" y="5377763"/>
            <a:ext cx="3895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1 062,42</a:t>
            </a: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2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13916300" y="6943763"/>
            <a:ext cx="38958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838,44</a:t>
            </a:r>
            <a:r>
              <a:rPr b="0" i="0" lang="en-US" sz="4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14008122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10300229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13916300" y="3832013"/>
            <a:ext cx="38958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310 031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13929751" y="2545700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2" name="Google Shape;132;p14"/>
          <p:cNvSpPr txBox="1"/>
          <p:nvPr/>
        </p:nvSpPr>
        <p:spPr>
          <a:xfrm>
            <a:off x="9303225" y="2545700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8473176" y="5364351"/>
            <a:ext cx="40653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1 065,01</a:t>
            </a: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2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8240150" y="6930350"/>
            <a:ext cx="42984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864,36</a:t>
            </a:r>
            <a:r>
              <a:rPr b="0" i="0" lang="en-US" sz="4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8473176" y="3818600"/>
            <a:ext cx="40653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309 956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3" name="Google Shape;143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44" name="Google Shape;144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45" name="Google Shape;145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" name="Google Shape;146;p15"/>
          <p:cNvGrpSpPr/>
          <p:nvPr/>
        </p:nvGrpSpPr>
        <p:grpSpPr>
          <a:xfrm>
            <a:off x="2640087" y="3364846"/>
            <a:ext cx="6503913" cy="867279"/>
            <a:chOff x="0" y="-57150"/>
            <a:chExt cx="4607064" cy="614339"/>
          </a:xfrm>
        </p:grpSpPr>
        <p:sp>
          <p:nvSpPr>
            <p:cNvPr id="147" name="Google Shape;147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48" name="Google Shape;148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" name="Google Shape;149;p15"/>
          <p:cNvGrpSpPr/>
          <p:nvPr/>
        </p:nvGrpSpPr>
        <p:grpSpPr>
          <a:xfrm>
            <a:off x="2640087" y="4564645"/>
            <a:ext cx="6503913" cy="867279"/>
            <a:chOff x="0" y="-57150"/>
            <a:chExt cx="4607064" cy="614339"/>
          </a:xfrm>
        </p:grpSpPr>
        <p:sp>
          <p:nvSpPr>
            <p:cNvPr id="150" name="Google Shape;150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51" name="Google Shape;151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p15"/>
          <p:cNvGrpSpPr/>
          <p:nvPr/>
        </p:nvGrpSpPr>
        <p:grpSpPr>
          <a:xfrm>
            <a:off x="2453380" y="8604190"/>
            <a:ext cx="6503913" cy="840386"/>
            <a:chOff x="0" y="-38100"/>
            <a:chExt cx="4607064" cy="595289"/>
          </a:xfrm>
        </p:grpSpPr>
        <p:sp>
          <p:nvSpPr>
            <p:cNvPr id="153" name="Google Shape;153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54" name="Google Shape;154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p15"/>
          <p:cNvSpPr/>
          <p:nvPr/>
        </p:nvSpPr>
        <p:spPr>
          <a:xfrm>
            <a:off x="3943095" y="483679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6" name="Google Shape;156;p15"/>
          <p:cNvSpPr/>
          <p:nvPr/>
        </p:nvSpPr>
        <p:spPr>
          <a:xfrm>
            <a:off x="3380537" y="354615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p15"/>
          <p:cNvSpPr txBox="1"/>
          <p:nvPr/>
        </p:nvSpPr>
        <p:spPr>
          <a:xfrm>
            <a:off x="3540126" y="4800075"/>
            <a:ext cx="5325448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3573237" y="3600276"/>
            <a:ext cx="502380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3540120" y="8850072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Google ADS</a:t>
            </a:r>
            <a:endParaRPr/>
          </a:p>
        </p:txBody>
      </p:sp>
      <p:grpSp>
        <p:nvGrpSpPr>
          <p:cNvPr id="160" name="Google Shape;160;p15"/>
          <p:cNvGrpSpPr/>
          <p:nvPr/>
        </p:nvGrpSpPr>
        <p:grpSpPr>
          <a:xfrm>
            <a:off x="2483434" y="7196966"/>
            <a:ext cx="6456348" cy="860936"/>
            <a:chOff x="0" y="-57150"/>
            <a:chExt cx="4607064" cy="614339"/>
          </a:xfrm>
        </p:grpSpPr>
        <p:sp>
          <p:nvSpPr>
            <p:cNvPr id="161" name="Google Shape;161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62" name="Google Shape;162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" name="Google Shape;163;p15"/>
          <p:cNvSpPr txBox="1"/>
          <p:nvPr/>
        </p:nvSpPr>
        <p:spPr>
          <a:xfrm>
            <a:off x="3805716" y="7435896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164" name="Google Shape;164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5" name="Google Shape;165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66" name="Google Shape;166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15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15"/>
          <p:cNvSpPr txBox="1"/>
          <p:nvPr/>
        </p:nvSpPr>
        <p:spPr>
          <a:xfrm>
            <a:off x="13272075" y="3384225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151 247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15"/>
          <p:cNvSpPr txBox="1"/>
          <p:nvPr/>
        </p:nvSpPr>
        <p:spPr>
          <a:xfrm>
            <a:off x="13272075" y="4638350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4 906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" name="Google Shape;170;p15"/>
          <p:cNvSpPr txBox="1"/>
          <p:nvPr/>
        </p:nvSpPr>
        <p:spPr>
          <a:xfrm>
            <a:off x="13272075" y="8615675"/>
            <a:ext cx="4234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1 062,42 </a:t>
            </a:r>
            <a:r>
              <a:rPr lang="en-US" sz="4928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1" name="Google Shape;171;p15"/>
          <p:cNvSpPr txBox="1"/>
          <p:nvPr/>
        </p:nvSpPr>
        <p:spPr>
          <a:xfrm>
            <a:off x="13272075" y="7264325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0,22</a:t>
            </a: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2" name="Google Shape;172;p15"/>
          <p:cNvSpPr txBox="1"/>
          <p:nvPr/>
        </p:nvSpPr>
        <p:spPr>
          <a:xfrm>
            <a:off x="13271950" y="5988500"/>
            <a:ext cx="4234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8.68%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173" name="Google Shape;173;p15"/>
          <p:cNvSpPr txBox="1"/>
          <p:nvPr/>
        </p:nvSpPr>
        <p:spPr>
          <a:xfrm>
            <a:off x="94107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74" name="Google Shape;174;p15"/>
          <p:cNvSpPr txBox="1"/>
          <p:nvPr/>
        </p:nvSpPr>
        <p:spPr>
          <a:xfrm>
            <a:off x="9499325" y="3416950"/>
            <a:ext cx="30066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171 791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5" name="Google Shape;175;p15"/>
          <p:cNvSpPr txBox="1"/>
          <p:nvPr/>
        </p:nvSpPr>
        <p:spPr>
          <a:xfrm>
            <a:off x="9499325" y="4638350"/>
            <a:ext cx="30066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6 657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6" name="Google Shape;176;p15"/>
          <p:cNvSpPr txBox="1"/>
          <p:nvPr/>
        </p:nvSpPr>
        <p:spPr>
          <a:xfrm>
            <a:off x="9531125" y="8615675"/>
            <a:ext cx="2974800" cy="15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1 065,01 </a:t>
            </a:r>
            <a:r>
              <a:rPr lang="en-US" sz="4928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7" name="Google Shape;177;p15"/>
          <p:cNvSpPr txBox="1"/>
          <p:nvPr/>
        </p:nvSpPr>
        <p:spPr>
          <a:xfrm>
            <a:off x="9651736" y="7264316"/>
            <a:ext cx="28542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0,16 €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8" name="Google Shape;178;p15"/>
          <p:cNvSpPr txBox="1"/>
          <p:nvPr/>
        </p:nvSpPr>
        <p:spPr>
          <a:xfrm>
            <a:off x="9651725" y="5988500"/>
            <a:ext cx="28542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7.50% 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79" name="Google Shape;179;p15"/>
          <p:cNvGrpSpPr/>
          <p:nvPr/>
        </p:nvGrpSpPr>
        <p:grpSpPr>
          <a:xfrm>
            <a:off x="2605780" y="5902011"/>
            <a:ext cx="6503913" cy="840386"/>
            <a:chOff x="0" y="-38100"/>
            <a:chExt cx="4607064" cy="595289"/>
          </a:xfrm>
        </p:grpSpPr>
        <p:sp>
          <p:nvSpPr>
            <p:cNvPr id="180" name="Google Shape;180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81" name="Google Shape;181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2" name="Google Shape;182;p15"/>
          <p:cNvSpPr/>
          <p:nvPr/>
        </p:nvSpPr>
        <p:spPr>
          <a:xfrm>
            <a:off x="3758749" y="6003989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15"/>
          <p:cNvSpPr txBox="1"/>
          <p:nvPr/>
        </p:nvSpPr>
        <p:spPr>
          <a:xfrm>
            <a:off x="3689920" y="6089968"/>
            <a:ext cx="48729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13272075" y="2856875"/>
            <a:ext cx="4234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5" name="Google Shape;185;p15"/>
          <p:cNvSpPr txBox="1"/>
          <p:nvPr/>
        </p:nvSpPr>
        <p:spPr>
          <a:xfrm>
            <a:off x="9499375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186" name="Google Shape;186;p15" title="sac-darg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805725" y="732706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5" title="sac-darg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893275" y="8719575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"/>
          <p:cNvSpPr/>
          <p:nvPr/>
        </p:nvSpPr>
        <p:spPr>
          <a:xfrm>
            <a:off x="-31750" y="17031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16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194" name="Google Shape;194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5" name="Google Shape;195;p16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96" name="Google Shape;196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97" name="Google Shape;197;p16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8" name="Google Shape;198;p16"/>
          <p:cNvGrpSpPr/>
          <p:nvPr/>
        </p:nvGrpSpPr>
        <p:grpSpPr>
          <a:xfrm>
            <a:off x="2640087" y="3364846"/>
            <a:ext cx="6503913" cy="867279"/>
            <a:chOff x="0" y="-57150"/>
            <a:chExt cx="4607064" cy="614339"/>
          </a:xfrm>
        </p:grpSpPr>
        <p:sp>
          <p:nvSpPr>
            <p:cNvPr id="199" name="Google Shape;199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00" name="Google Shape;200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1" name="Google Shape;201;p16"/>
          <p:cNvGrpSpPr/>
          <p:nvPr/>
        </p:nvGrpSpPr>
        <p:grpSpPr>
          <a:xfrm>
            <a:off x="2640087" y="4564645"/>
            <a:ext cx="6503913" cy="867279"/>
            <a:chOff x="0" y="-57150"/>
            <a:chExt cx="4607064" cy="614339"/>
          </a:xfrm>
        </p:grpSpPr>
        <p:sp>
          <p:nvSpPr>
            <p:cNvPr id="202" name="Google Shape;20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03" name="Google Shape;203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4" name="Google Shape;204;p16"/>
          <p:cNvGrpSpPr/>
          <p:nvPr/>
        </p:nvGrpSpPr>
        <p:grpSpPr>
          <a:xfrm>
            <a:off x="2453380" y="8604190"/>
            <a:ext cx="6503913" cy="840386"/>
            <a:chOff x="0" y="-38100"/>
            <a:chExt cx="4607064" cy="595289"/>
          </a:xfrm>
        </p:grpSpPr>
        <p:sp>
          <p:nvSpPr>
            <p:cNvPr id="205" name="Google Shape;205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06" name="Google Shape;206;p16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" name="Google Shape;207;p16"/>
          <p:cNvSpPr/>
          <p:nvPr/>
        </p:nvSpPr>
        <p:spPr>
          <a:xfrm>
            <a:off x="4086333" y="484454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8" name="Google Shape;208;p16"/>
          <p:cNvSpPr/>
          <p:nvPr/>
        </p:nvSpPr>
        <p:spPr>
          <a:xfrm>
            <a:off x="3548387" y="356165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16"/>
          <p:cNvSpPr txBox="1"/>
          <p:nvPr/>
        </p:nvSpPr>
        <p:spPr>
          <a:xfrm>
            <a:off x="3540126" y="4800075"/>
            <a:ext cx="5325448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210" name="Google Shape;210;p16"/>
          <p:cNvSpPr txBox="1"/>
          <p:nvPr/>
        </p:nvSpPr>
        <p:spPr>
          <a:xfrm>
            <a:off x="3573237" y="3600276"/>
            <a:ext cx="502380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sp>
        <p:nvSpPr>
          <p:cNvPr id="211" name="Google Shape;211;p16"/>
          <p:cNvSpPr txBox="1"/>
          <p:nvPr/>
        </p:nvSpPr>
        <p:spPr>
          <a:xfrm>
            <a:off x="3540120" y="8888510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grpSp>
        <p:nvGrpSpPr>
          <p:cNvPr id="212" name="Google Shape;212;p16"/>
          <p:cNvGrpSpPr/>
          <p:nvPr/>
        </p:nvGrpSpPr>
        <p:grpSpPr>
          <a:xfrm>
            <a:off x="2483434" y="7196966"/>
            <a:ext cx="6456348" cy="860936"/>
            <a:chOff x="0" y="-57150"/>
            <a:chExt cx="4607064" cy="614339"/>
          </a:xfrm>
        </p:grpSpPr>
        <p:sp>
          <p:nvSpPr>
            <p:cNvPr id="213" name="Google Shape;213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14" name="Google Shape;214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5" name="Google Shape;215;p16"/>
          <p:cNvSpPr txBox="1"/>
          <p:nvPr/>
        </p:nvSpPr>
        <p:spPr>
          <a:xfrm>
            <a:off x="3805716" y="7435896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216" name="Google Shape;216;p16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17" name="Google Shape;217;p16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18" name="Google Shape;218;p16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16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20" name="Google Shape;220;p16"/>
          <p:cNvSpPr txBox="1"/>
          <p:nvPr/>
        </p:nvSpPr>
        <p:spPr>
          <a:xfrm>
            <a:off x="13286650" y="337322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158 784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1" name="Google Shape;221;p16"/>
          <p:cNvSpPr txBox="1"/>
          <p:nvPr/>
        </p:nvSpPr>
        <p:spPr>
          <a:xfrm>
            <a:off x="13286650" y="459460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4 474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13314025" y="8646925"/>
            <a:ext cx="38175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838,44</a:t>
            </a:r>
            <a:r>
              <a:rPr lang="en-US" sz="4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3" name="Google Shape;223;p16"/>
          <p:cNvSpPr txBox="1"/>
          <p:nvPr/>
        </p:nvSpPr>
        <p:spPr>
          <a:xfrm>
            <a:off x="13314025" y="722057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0,19</a:t>
            </a: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4" name="Google Shape;224;p16"/>
          <p:cNvSpPr txBox="1"/>
          <p:nvPr/>
        </p:nvSpPr>
        <p:spPr>
          <a:xfrm>
            <a:off x="13286650" y="594475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2.82%</a:t>
            </a: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5" name="Google Shape;225;p16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26" name="Google Shape;226;p16"/>
          <p:cNvSpPr txBox="1"/>
          <p:nvPr/>
        </p:nvSpPr>
        <p:spPr>
          <a:xfrm>
            <a:off x="9505650" y="3373225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138 165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7" name="Google Shape;227;p16"/>
          <p:cNvSpPr txBox="1"/>
          <p:nvPr/>
        </p:nvSpPr>
        <p:spPr>
          <a:xfrm>
            <a:off x="9505650" y="4594600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4 000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8" name="Google Shape;228;p16"/>
          <p:cNvSpPr txBox="1"/>
          <p:nvPr/>
        </p:nvSpPr>
        <p:spPr>
          <a:xfrm>
            <a:off x="9505650" y="8646925"/>
            <a:ext cx="3006600" cy="15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864,36</a:t>
            </a:r>
            <a:r>
              <a:rPr lang="en-US" sz="4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9" name="Google Shape;229;p16"/>
          <p:cNvSpPr txBox="1"/>
          <p:nvPr/>
        </p:nvSpPr>
        <p:spPr>
          <a:xfrm>
            <a:off x="9505650" y="7220575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0,22 €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0" name="Google Shape;230;p16"/>
          <p:cNvSpPr txBox="1"/>
          <p:nvPr/>
        </p:nvSpPr>
        <p:spPr>
          <a:xfrm>
            <a:off x="9505650" y="5944750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2.90% 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31" name="Google Shape;231;p16"/>
          <p:cNvGrpSpPr/>
          <p:nvPr/>
        </p:nvGrpSpPr>
        <p:grpSpPr>
          <a:xfrm>
            <a:off x="2605780" y="5902011"/>
            <a:ext cx="6503913" cy="840386"/>
            <a:chOff x="0" y="-38100"/>
            <a:chExt cx="4607064" cy="595289"/>
          </a:xfrm>
        </p:grpSpPr>
        <p:sp>
          <p:nvSpPr>
            <p:cNvPr id="232" name="Google Shape;23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33" name="Google Shape;233;p16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p16"/>
          <p:cNvSpPr/>
          <p:nvPr/>
        </p:nvSpPr>
        <p:spPr>
          <a:xfrm>
            <a:off x="3901999" y="6003989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5" name="Google Shape;235;p16"/>
          <p:cNvSpPr txBox="1"/>
          <p:nvPr/>
        </p:nvSpPr>
        <p:spPr>
          <a:xfrm>
            <a:off x="3689920" y="6089968"/>
            <a:ext cx="487281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sp>
        <p:nvSpPr>
          <p:cNvPr id="236" name="Google Shape;236;p16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7" name="Google Shape;237;p16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8" name="Google Shape;238;p16"/>
          <p:cNvSpPr txBox="1"/>
          <p:nvPr/>
        </p:nvSpPr>
        <p:spPr>
          <a:xfrm>
            <a:off x="9505651" y="28386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239" name="Google Shape;239;p16" title="sac-darg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948975" y="733896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6" title="sac-darg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851275" y="8719575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p17"/>
          <p:cNvGrpSpPr/>
          <p:nvPr/>
        </p:nvGrpSpPr>
        <p:grpSpPr>
          <a:xfrm>
            <a:off x="1761561" y="3614819"/>
            <a:ext cx="6762709" cy="873825"/>
            <a:chOff x="0" y="-38100"/>
            <a:chExt cx="4607064" cy="595289"/>
          </a:xfrm>
        </p:grpSpPr>
        <p:sp>
          <p:nvSpPr>
            <p:cNvPr id="246" name="Google Shape;246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247" name="Google Shape;247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8" name="Google Shape;248;p17"/>
          <p:cNvSpPr/>
          <p:nvPr/>
        </p:nvSpPr>
        <p:spPr>
          <a:xfrm>
            <a:off x="3222136" y="3826144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9" name="Google Shape;249;p17"/>
          <p:cNvSpPr txBox="1"/>
          <p:nvPr/>
        </p:nvSpPr>
        <p:spPr>
          <a:xfrm>
            <a:off x="2989298" y="3856507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250" name="Google Shape;250;p17"/>
          <p:cNvSpPr txBox="1"/>
          <p:nvPr/>
        </p:nvSpPr>
        <p:spPr>
          <a:xfrm>
            <a:off x="4425496" y="1019175"/>
            <a:ext cx="9437009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251" name="Google Shape;251;p17"/>
          <p:cNvGrpSpPr/>
          <p:nvPr/>
        </p:nvGrpSpPr>
        <p:grpSpPr>
          <a:xfrm>
            <a:off x="1863051" y="5035150"/>
            <a:ext cx="6456339" cy="834238"/>
            <a:chOff x="0" y="-38100"/>
            <a:chExt cx="4607064" cy="595289"/>
          </a:xfrm>
        </p:grpSpPr>
        <p:sp>
          <p:nvSpPr>
            <p:cNvPr id="252" name="Google Shape;252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253" name="Google Shape;253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4" name="Google Shape;254;p17"/>
          <p:cNvSpPr txBox="1"/>
          <p:nvPr/>
        </p:nvSpPr>
        <p:spPr>
          <a:xfrm>
            <a:off x="2833326" y="5240729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Appels Téléphoniques</a:t>
            </a:r>
            <a:endParaRPr b="1" sz="2386" u="sng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55" name="Google Shape;255;p17"/>
          <p:cNvGrpSpPr/>
          <p:nvPr/>
        </p:nvGrpSpPr>
        <p:grpSpPr>
          <a:xfrm>
            <a:off x="1761549" y="6370836"/>
            <a:ext cx="6456339" cy="834238"/>
            <a:chOff x="0" y="-38100"/>
            <a:chExt cx="4607064" cy="595289"/>
          </a:xfrm>
        </p:grpSpPr>
        <p:sp>
          <p:nvSpPr>
            <p:cNvPr id="256" name="Google Shape;256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57" name="Google Shape;257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8" name="Google Shape;258;p17"/>
          <p:cNvSpPr/>
          <p:nvPr/>
        </p:nvSpPr>
        <p:spPr>
          <a:xfrm>
            <a:off x="3005112" y="6485604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49"/>
                </a:lnTo>
                <a:lnTo>
                  <a:pt x="0" y="616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9" name="Google Shape;259;p17"/>
          <p:cNvSpPr txBox="1"/>
          <p:nvPr/>
        </p:nvSpPr>
        <p:spPr>
          <a:xfrm>
            <a:off x="2680151" y="6555540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Itinéraires</a:t>
            </a:r>
            <a:endParaRPr/>
          </a:p>
        </p:txBody>
      </p:sp>
      <p:sp>
        <p:nvSpPr>
          <p:cNvPr id="260" name="Google Shape;260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1" name="Google Shape;261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62" name="Google Shape;262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63" name="Google Shape;263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4" name="Google Shape;264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65" name="Google Shape;265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66" name="Google Shape;266;p17"/>
          <p:cNvCxnSpPr/>
          <p:nvPr/>
        </p:nvCxnSpPr>
        <p:spPr>
          <a:xfrm rot="10800000">
            <a:off x="13391880" y="3307590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7" name="Google Shape;267;p17"/>
          <p:cNvSpPr txBox="1"/>
          <p:nvPr/>
        </p:nvSpPr>
        <p:spPr>
          <a:xfrm>
            <a:off x="13891150" y="3722250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1 900,86</a:t>
            </a: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8" name="Google Shape;268;p17"/>
          <p:cNvSpPr txBox="1"/>
          <p:nvPr/>
        </p:nvSpPr>
        <p:spPr>
          <a:xfrm>
            <a:off x="13891150" y="5085325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18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9" name="Google Shape;269;p17"/>
          <p:cNvSpPr txBox="1"/>
          <p:nvPr/>
        </p:nvSpPr>
        <p:spPr>
          <a:xfrm>
            <a:off x="13921400" y="6496300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1 172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0" name="Google Shape;270;p17"/>
          <p:cNvSpPr txBox="1"/>
          <p:nvPr/>
        </p:nvSpPr>
        <p:spPr>
          <a:xfrm>
            <a:off x="10113035" y="3172104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71" name="Google Shape;271;p17"/>
          <p:cNvSpPr txBox="1"/>
          <p:nvPr/>
        </p:nvSpPr>
        <p:spPr>
          <a:xfrm>
            <a:off x="8848092" y="3684300"/>
            <a:ext cx="42351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1 929,37 €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2" name="Google Shape;272;p17"/>
          <p:cNvSpPr txBox="1"/>
          <p:nvPr/>
        </p:nvSpPr>
        <p:spPr>
          <a:xfrm>
            <a:off x="8848025" y="5047375"/>
            <a:ext cx="42351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45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3" name="Google Shape;273;p17"/>
          <p:cNvSpPr txBox="1"/>
          <p:nvPr/>
        </p:nvSpPr>
        <p:spPr>
          <a:xfrm>
            <a:off x="8848025" y="6458350"/>
            <a:ext cx="42351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1 351</a:t>
            </a:r>
            <a:endParaRPr/>
          </a:p>
        </p:txBody>
      </p:sp>
      <p:sp>
        <p:nvSpPr>
          <p:cNvPr id="274" name="Google Shape;274;p17"/>
          <p:cNvSpPr/>
          <p:nvPr/>
        </p:nvSpPr>
        <p:spPr>
          <a:xfrm>
            <a:off x="3287485" y="5268530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p17"/>
          <p:cNvSpPr txBox="1"/>
          <p:nvPr/>
        </p:nvSpPr>
        <p:spPr>
          <a:xfrm>
            <a:off x="13921394" y="2980875"/>
            <a:ext cx="3387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6" name="Google Shape;276;p17"/>
          <p:cNvSpPr txBox="1"/>
          <p:nvPr/>
        </p:nvSpPr>
        <p:spPr>
          <a:xfrm>
            <a:off x="10113026" y="2980875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grpSp>
        <p:nvGrpSpPr>
          <p:cNvPr id="277" name="Google Shape;277;p17"/>
          <p:cNvGrpSpPr/>
          <p:nvPr/>
        </p:nvGrpSpPr>
        <p:grpSpPr>
          <a:xfrm>
            <a:off x="1761549" y="7706511"/>
            <a:ext cx="6456339" cy="834238"/>
            <a:chOff x="0" y="-38100"/>
            <a:chExt cx="4607064" cy="595289"/>
          </a:xfrm>
        </p:grpSpPr>
        <p:sp>
          <p:nvSpPr>
            <p:cNvPr id="278" name="Google Shape;278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  <a:ln>
              <a:noFill/>
            </a:ln>
          </p:spPr>
        </p:sp>
        <p:sp>
          <p:nvSpPr>
            <p:cNvPr id="279" name="Google Shape;279;p17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0" name="Google Shape;280;p17"/>
          <p:cNvSpPr txBox="1"/>
          <p:nvPr/>
        </p:nvSpPr>
        <p:spPr>
          <a:xfrm>
            <a:off x="2669076" y="7979590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conversion majeur</a:t>
            </a:r>
            <a:endParaRPr/>
          </a:p>
        </p:txBody>
      </p:sp>
      <p:pic>
        <p:nvPicPr>
          <p:cNvPr id="281" name="Google Shape;281;p17" title="sac-dargent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278200" y="787035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7"/>
          <p:cNvSpPr txBox="1"/>
          <p:nvPr/>
        </p:nvSpPr>
        <p:spPr>
          <a:xfrm>
            <a:off x="8851675" y="7789425"/>
            <a:ext cx="42351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1,38</a:t>
            </a:r>
            <a:endParaRPr/>
          </a:p>
        </p:txBody>
      </p:sp>
      <p:sp>
        <p:nvSpPr>
          <p:cNvPr id="283" name="Google Shape;283;p17"/>
          <p:cNvSpPr txBox="1"/>
          <p:nvPr/>
        </p:nvSpPr>
        <p:spPr>
          <a:xfrm>
            <a:off x="13590475" y="7907275"/>
            <a:ext cx="42351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1,60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9" name="Google Shape;289;p18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0" name="Google Shape;290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1" name="Google Shape;291;p18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92" name="Google Shape;292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93" name="Google Shape;293;p18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