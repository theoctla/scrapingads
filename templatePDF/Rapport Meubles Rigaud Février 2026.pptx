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0" Type="http://schemas.openxmlformats.org/officeDocument/2006/relationships/image" Target="../media/image17.png"/><Relationship Id="rId9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0" Type="http://schemas.openxmlformats.org/officeDocument/2006/relationships/image" Target="../media/image17.png"/><Relationship Id="rId9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Meubles Rigaud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3 367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105 032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4 071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128 080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421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584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33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73 334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342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304,06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0,16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76 465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401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302,91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0,15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1 573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1 588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278549"/>
            <a:ext cx="6710189" cy="811141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415833"/>
            <a:ext cx="6710189" cy="811141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549859"/>
            <a:ext cx="6710189" cy="811141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448332"/>
            <a:ext cx="630289" cy="557699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651503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Salle à Manger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517694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5780840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Fauteuils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557962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553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4695244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260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5830680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59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172615" y="3557962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834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72615" y="4695244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460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72615" y="5830680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67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1008900" y="8170601"/>
            <a:ext cx="6710189" cy="831916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92642" y="8412495"/>
            <a:ext cx="405640" cy="440688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97771" y="8411049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1008900" y="6922336"/>
            <a:ext cx="6710189" cy="831916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608426" y="7086031"/>
            <a:ext cx="688568" cy="562917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137829" y="7162782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363848" y="8421778"/>
            <a:ext cx="401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3 367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363848" y="7080893"/>
            <a:ext cx="401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105 032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233973" y="8411059"/>
            <a:ext cx="3896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4 071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210878" y="7080901"/>
            <a:ext cx="4166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128 080</a:t>
            </a:r>
            <a:endParaRPr sz="1263"/>
          </a:p>
        </p:txBody>
      </p:sp>
      <p:pic>
        <p:nvPicPr>
          <p:cNvPr id="238" name="Google Shape;238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616246"/>
            <a:ext cx="789600" cy="738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567817"/>
            <a:ext cx="609600" cy="57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31 698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1 452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100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51 615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2 082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154,48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4.58%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1,39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4.03%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1,26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1" name="Google Shape;32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5" name="Google Shape;325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7" name="Google Shape;32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2" name="Google Shape;34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4" name="Google Shape;344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404,06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304,06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100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457,39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302,91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154,48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0,89€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0,74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