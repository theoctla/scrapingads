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2.jp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10" Type="http://schemas.openxmlformats.org/officeDocument/2006/relationships/image" Target="../media/image18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Riviera Grass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006904"/>
            <a:ext cx="6503913" cy="867279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179734" y="7682265"/>
            <a:ext cx="6503913" cy="867279"/>
            <a:chOff x="0" y="-57150"/>
            <a:chExt cx="4607064" cy="61433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2302081" y="4616572"/>
            <a:ext cx="6503913" cy="840386"/>
            <a:chOff x="0" y="-38100"/>
            <a:chExt cx="4607064" cy="59528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2744902" y="795351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2795554" y="319666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3034684" y="469319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 txBox="1"/>
          <p:nvPr/>
        </p:nvSpPr>
        <p:spPr>
          <a:xfrm>
            <a:off x="3027664" y="7939970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META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398236" y="3236237"/>
            <a:ext cx="4637613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398220" y="489328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2179734" y="6159059"/>
            <a:ext cx="6456348" cy="860936"/>
            <a:chOff x="0" y="-57150"/>
            <a:chExt cx="4607064" cy="614339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2795554" y="631781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3144760" y="6394911"/>
            <a:ext cx="4953854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0" name="Google Shape;130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31" name="Google Shape;131;p14"/>
          <p:cNvGrpSpPr/>
          <p:nvPr/>
        </p:nvGrpSpPr>
        <p:grpSpPr>
          <a:xfrm>
            <a:off x="2179734" y="9106570"/>
            <a:ext cx="6503913" cy="867279"/>
            <a:chOff x="0" y="-57150"/>
            <a:chExt cx="4607064" cy="614339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4"/>
          <p:cNvSpPr/>
          <p:nvPr/>
        </p:nvSpPr>
        <p:spPr>
          <a:xfrm>
            <a:off x="2744902" y="93778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4"/>
          <p:cNvSpPr txBox="1"/>
          <p:nvPr/>
        </p:nvSpPr>
        <p:spPr>
          <a:xfrm>
            <a:off x="3027664" y="9364275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GOOGLE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008125" y="779681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4008125" y="468840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2 641,94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3929750" y="625440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2 740,66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3929750" y="9187788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59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3929750" y="314265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431 156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9303225" y="7796813"/>
            <a:ext cx="3273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9303250" y="4688400"/>
            <a:ext cx="32733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3 162,14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9098650" y="6254400"/>
            <a:ext cx="34782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2 316,16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9331425" y="9161000"/>
            <a:ext cx="32169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39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03250" y="3142650"/>
            <a:ext cx="3273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714 241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8" name="Google Shape;16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75" name="Google Shape;175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76" name="Google Shape;17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7" name="Google Shape;17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5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80" name="Google Shape;180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1" name="Google Shape;181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82" name="Google Shape;182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262 422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3 568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2 641,94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0,74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2.22%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9499325" y="3416950"/>
            <a:ext cx="3006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510 985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499325" y="4638350"/>
            <a:ext cx="3006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4 064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531125" y="8615675"/>
            <a:ext cx="2974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3 162,14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9651725" y="7264321"/>
            <a:ext cx="2854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0,78 €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9651725" y="5988500"/>
            <a:ext cx="2854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0.69%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5" name="Google Shape;195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96" name="Google Shape;19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97" name="Google Shape;197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5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" name="Google Shape;208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0" name="Google Shape;210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13" name="Google Shape;21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15" name="Google Shape;21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16" name="Google Shape;216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18" name="Google Shape;21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19" name="Google Shape;219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6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6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31" name="Google Shape;231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2" name="Google Shape;232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3" name="Google Shape;233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9505650" y="3373225"/>
            <a:ext cx="30066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203 256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9505650" y="459460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4 731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341575" y="8646925"/>
            <a:ext cx="31707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2316,16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9174275" y="7220575"/>
            <a:ext cx="33378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0,49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9505650" y="594475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2.33%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1" name="Google Shape;24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42" name="Google Shape;24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3" name="Google Shape;24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6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6"/>
          <p:cNvSpPr txBox="1"/>
          <p:nvPr/>
        </p:nvSpPr>
        <p:spPr>
          <a:xfrm>
            <a:off x="13077396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13077400" y="3368350"/>
            <a:ext cx="30066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168 734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13077400" y="4589725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3 868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13077400" y="864205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2740,66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13077400" y="721570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0,71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3077400" y="5939875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2.29%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73245" y="1703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9" name="Google Shape;259;p17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260" name="Google Shape;26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1" name="Google Shape;26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7"/>
          <p:cNvSpPr/>
          <p:nvPr/>
        </p:nvSpPr>
        <p:spPr>
          <a:xfrm>
            <a:off x="3632711" y="38728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7"/>
          <p:cNvSpPr txBox="1"/>
          <p:nvPr/>
        </p:nvSpPr>
        <p:spPr>
          <a:xfrm>
            <a:off x="4254248" y="3901619"/>
            <a:ext cx="4822123" cy="4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65" name="Google Shape;265;p17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266" name="Google Shape;26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67" name="Google Shape;26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7"/>
          <p:cNvSpPr txBox="1"/>
          <p:nvPr/>
        </p:nvSpPr>
        <p:spPr>
          <a:xfrm>
            <a:off x="4098276" y="5285841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Générés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4423237" y="65248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4098276" y="6594815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Qualifiés</a:t>
            </a:r>
            <a:endParaRPr/>
          </a:p>
        </p:txBody>
      </p:sp>
      <p:grpSp>
        <p:nvGrpSpPr>
          <p:cNvPr id="274" name="Google Shape;274;p17"/>
          <p:cNvGrpSpPr/>
          <p:nvPr/>
        </p:nvGrpSpPr>
        <p:grpSpPr>
          <a:xfrm>
            <a:off x="3128001" y="7767065"/>
            <a:ext cx="6456348" cy="834239"/>
            <a:chOff x="0" y="-38100"/>
            <a:chExt cx="4607064" cy="595289"/>
          </a:xfrm>
        </p:grpSpPr>
        <p:sp>
          <p:nvSpPr>
            <p:cNvPr id="275" name="Google Shape;27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6" name="Google Shape;27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7"/>
          <p:cNvSpPr txBox="1"/>
          <p:nvPr/>
        </p:nvSpPr>
        <p:spPr>
          <a:xfrm>
            <a:off x="4205425" y="7972642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CPL</a:t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4370664" y="7899128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0" name="Google Shape;280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1" name="Google Shape;28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2" name="Google Shape;282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4" name="Google Shape;284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5" name="Google Shape;285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6" name="Google Shape;286;p17"/>
          <p:cNvSpPr txBox="1"/>
          <p:nvPr/>
        </p:nvSpPr>
        <p:spPr>
          <a:xfrm>
            <a:off x="14372112" y="3169723"/>
            <a:ext cx="1712486" cy="32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5 382,6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59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13921400" y="64963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13891300" y="787055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91,22</a:t>
            </a:r>
            <a:r>
              <a:rPr b="0" i="0" lang="en-US" sz="497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10113025" y="372940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5 478,3 €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0112975" y="5092475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57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10112975" y="650345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19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10112975" y="7877700"/>
            <a:ext cx="31332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96,11</a:t>
            </a: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7"/>
          <p:cNvSpPr txBox="1"/>
          <p:nvPr/>
        </p:nvSpPr>
        <p:spPr>
          <a:xfrm>
            <a:off x="13921405" y="298086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6" name="Google Shape;306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7" name="Google Shape;307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8" name="Google Shape;308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