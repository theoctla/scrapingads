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Anton"/>
      <p:regular r:id="rId15"/>
    </p:embeddedFont>
    <p:embeddedFont>
      <p:font typeface="Poppins"/>
      <p:bold r:id="rId16"/>
      <p:boldItalic r:id="rId17"/>
    </p:embeddedFont>
    <p:embeddedFont>
      <p:font typeface="Allerta Stencil"/>
      <p:regular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nton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AllertaStenci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a276fcb1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7a276fcb1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a276fcb1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7a276fcb19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c32e861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c32e8618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5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10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10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10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10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Alexander Sachs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091069" y="3944830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4"/>
          <p:cNvSpPr/>
          <p:nvPr/>
        </p:nvSpPr>
        <p:spPr>
          <a:xfrm>
            <a:off x="2584542" y="4134589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3187224" y="4174162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grpSp>
        <p:nvGrpSpPr>
          <p:cNvPr id="108" name="Google Shape;108;p14"/>
          <p:cNvGrpSpPr/>
          <p:nvPr/>
        </p:nvGrpSpPr>
        <p:grpSpPr>
          <a:xfrm>
            <a:off x="1968722" y="5624834"/>
            <a:ext cx="6456339" cy="860935"/>
            <a:chOff x="0" y="-57150"/>
            <a:chExt cx="4607064" cy="61433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2584542" y="578359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 txBox="1"/>
          <p:nvPr/>
        </p:nvSpPr>
        <p:spPr>
          <a:xfrm>
            <a:off x="2933747" y="5860686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 txBox="1"/>
          <p:nvPr/>
        </p:nvSpPr>
        <p:spPr>
          <a:xfrm>
            <a:off x="13718738" y="566717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1 818,02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3797110" y="3412616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089217" y="3412616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3718738" y="4080575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3 091 491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718738" y="3483625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092213" y="3483625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9092250" y="4080575"/>
            <a:ext cx="3273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6 853 703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092213" y="5667175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2 537,72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5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57" name="Google Shape;157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9" name="Google Shape;159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 txBox="1"/>
          <p:nvPr/>
        </p:nvSpPr>
        <p:spPr>
          <a:xfrm>
            <a:off x="13524600" y="347150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565 772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9238500" y="346145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57 956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3" name="Google Shape;163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5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3524600" y="2856875"/>
            <a:ext cx="3982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9376800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524600" y="486375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9 313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9238500" y="485370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2 064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3524600" y="6052050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0.12%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9238500" y="6042000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0.25%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13524600" y="7387725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0,07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238500" y="7377675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3524600" y="8771525"/>
            <a:ext cx="39822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609,29 CHF</a:t>
            </a:r>
            <a:endParaRPr sz="4307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9238500" y="8761475"/>
            <a:ext cx="3283200" cy="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609,26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5" name="Google Shape;185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86" name="Google Shape;186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7" name="Google Shape;187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90" name="Google Shape;190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95" name="Google Shape;19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96" name="Google Shape;196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6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3037324" y="8740831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6"/>
          <p:cNvSpPr txBox="1"/>
          <p:nvPr/>
        </p:nvSpPr>
        <p:spPr>
          <a:xfrm>
            <a:off x="3540126" y="4800075"/>
            <a:ext cx="53253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3537520" y="8792147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03" name="Google Shape;203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6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08" name="Google Shape;208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9" name="Google Shape;209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2 525 719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52 414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1 818,02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0,03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2.08%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9505650" y="3373225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6 795 747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5650" y="459460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179 839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9198900" y="8646925"/>
            <a:ext cx="33135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2 537,72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8939775" y="7220575"/>
            <a:ext cx="38175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0,01 €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9505650" y="594475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2.65%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605780" y="5902012"/>
            <a:ext cx="6503792" cy="840369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3540126" y="614012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/>
          <p:nvPr/>
        </p:nvSpPr>
        <p:spPr>
          <a:xfrm>
            <a:off x="-82775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7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0" name="Google Shape;240;p17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41" name="Google Shape;24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2" name="Google Shape;242;p17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1134512" y="3344022"/>
            <a:ext cx="6503792" cy="867348"/>
            <a:chOff x="0" y="-57150"/>
            <a:chExt cx="4607064" cy="614400"/>
          </a:xfrm>
        </p:grpSpPr>
        <p:sp>
          <p:nvSpPr>
            <p:cNvPr id="244" name="Google Shape;24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45" name="Google Shape;245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1134512" y="4543821"/>
            <a:ext cx="6503792" cy="867348"/>
            <a:chOff x="0" y="-57150"/>
            <a:chExt cx="4607064" cy="614400"/>
          </a:xfrm>
        </p:grpSpPr>
        <p:sp>
          <p:nvSpPr>
            <p:cNvPr id="247" name="Google Shape;24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48" name="Google Shape;248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7"/>
          <p:cNvSpPr/>
          <p:nvPr/>
        </p:nvSpPr>
        <p:spPr>
          <a:xfrm>
            <a:off x="1551020" y="4792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7"/>
          <p:cNvSpPr/>
          <p:nvPr/>
        </p:nvSpPr>
        <p:spPr>
          <a:xfrm>
            <a:off x="1466112" y="35337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7"/>
          <p:cNvSpPr txBox="1"/>
          <p:nvPr/>
        </p:nvSpPr>
        <p:spPr>
          <a:xfrm>
            <a:off x="2034551" y="477925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ONLINE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2067662" y="35794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ventes ONLINE</a:t>
            </a:r>
            <a:endParaRPr/>
          </a:p>
        </p:txBody>
      </p:sp>
      <p:grpSp>
        <p:nvGrpSpPr>
          <p:cNvPr id="253" name="Google Shape;253;p17"/>
          <p:cNvGrpSpPr/>
          <p:nvPr/>
        </p:nvGrpSpPr>
        <p:grpSpPr>
          <a:xfrm>
            <a:off x="977859" y="7176141"/>
            <a:ext cx="6456339" cy="861020"/>
            <a:chOff x="0" y="-57150"/>
            <a:chExt cx="4607064" cy="614400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1534324" y="7344291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 txBox="1"/>
          <p:nvPr/>
        </p:nvSpPr>
        <p:spPr>
          <a:xfrm>
            <a:off x="2184341" y="74274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trackés via META</a:t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59" name="Google Shape;259;p17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7"/>
          <p:cNvSpPr txBox="1"/>
          <p:nvPr/>
        </p:nvSpPr>
        <p:spPr>
          <a:xfrm>
            <a:off x="13346175" y="33524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3 154,77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3346175" y="45737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13373550" y="7199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13346175" y="59239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8000075" y="3352400"/>
            <a:ext cx="466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15 916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8000075" y="4573775"/>
            <a:ext cx="46686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8000075" y="7199750"/>
            <a:ext cx="46686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8000075" y="5923925"/>
            <a:ext cx="4668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684149" y="6017827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17"/>
          <p:cNvSpPr txBox="1"/>
          <p:nvPr/>
        </p:nvSpPr>
        <p:spPr>
          <a:xfrm>
            <a:off x="2184345" y="606914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271" name="Google Shape;271;p17"/>
          <p:cNvGrpSpPr/>
          <p:nvPr/>
        </p:nvGrpSpPr>
        <p:grpSpPr>
          <a:xfrm>
            <a:off x="1100205" y="5881187"/>
            <a:ext cx="6503792" cy="840369"/>
            <a:chOff x="0" y="-38100"/>
            <a:chExt cx="4607064" cy="595289"/>
          </a:xfrm>
        </p:grpSpPr>
        <p:sp>
          <p:nvSpPr>
            <p:cNvPr id="272" name="Google Shape;272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3" name="Google Shape;273;p17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17"/>
          <p:cNvSpPr txBox="1"/>
          <p:nvPr/>
        </p:nvSpPr>
        <p:spPr>
          <a:xfrm>
            <a:off x="13373544" y="2817775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8000074" y="2817775"/>
            <a:ext cx="4668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2034551" y="6119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Nouveaux clients</a:t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1684149" y="6017827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-82775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5" name="Google Shape;285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86" name="Google Shape;286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7" name="Google Shape;287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8"/>
          <p:cNvGrpSpPr/>
          <p:nvPr/>
        </p:nvGrpSpPr>
        <p:grpSpPr>
          <a:xfrm>
            <a:off x="1233275" y="4449797"/>
            <a:ext cx="6503792" cy="867348"/>
            <a:chOff x="0" y="-57150"/>
            <a:chExt cx="4607064" cy="614400"/>
          </a:xfrm>
        </p:grpSpPr>
        <p:sp>
          <p:nvSpPr>
            <p:cNvPr id="289" name="Google Shape;289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90" name="Google Shape;290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18"/>
          <p:cNvGrpSpPr/>
          <p:nvPr/>
        </p:nvGrpSpPr>
        <p:grpSpPr>
          <a:xfrm>
            <a:off x="1233275" y="5649596"/>
            <a:ext cx="6503792" cy="867348"/>
            <a:chOff x="0" y="-57150"/>
            <a:chExt cx="4607064" cy="61440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93" name="Google Shape;293;p18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8"/>
          <p:cNvSpPr/>
          <p:nvPr/>
        </p:nvSpPr>
        <p:spPr>
          <a:xfrm>
            <a:off x="1649783" y="589856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18"/>
          <p:cNvSpPr/>
          <p:nvPr/>
        </p:nvSpPr>
        <p:spPr>
          <a:xfrm>
            <a:off x="1564875" y="46395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8"/>
          <p:cNvSpPr txBox="1"/>
          <p:nvPr/>
        </p:nvSpPr>
        <p:spPr>
          <a:xfrm>
            <a:off x="2133313" y="588502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Montant dépensé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2166424" y="4685226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9" name="Google Shape;299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8"/>
          <p:cNvSpPr txBox="1"/>
          <p:nvPr/>
        </p:nvSpPr>
        <p:spPr>
          <a:xfrm>
            <a:off x="13444938" y="44581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2,28 %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13444938" y="56795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189,78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13444938" y="70297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8098838" y="4458175"/>
            <a:ext cx="466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2,74 %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8098838" y="5679550"/>
            <a:ext cx="46686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848,62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8098838" y="7029700"/>
            <a:ext cx="4668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1782912" y="712360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8"/>
          <p:cNvSpPr txBox="1"/>
          <p:nvPr/>
        </p:nvSpPr>
        <p:spPr>
          <a:xfrm>
            <a:off x="2283107" y="7174918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grpSp>
        <p:nvGrpSpPr>
          <p:cNvPr id="309" name="Google Shape;309;p18"/>
          <p:cNvGrpSpPr/>
          <p:nvPr/>
        </p:nvGrpSpPr>
        <p:grpSpPr>
          <a:xfrm>
            <a:off x="1198967" y="6986962"/>
            <a:ext cx="6503792" cy="840369"/>
            <a:chOff x="0" y="-38100"/>
            <a:chExt cx="4607064" cy="595289"/>
          </a:xfrm>
        </p:grpSpPr>
        <p:sp>
          <p:nvSpPr>
            <p:cNvPr id="310" name="Google Shape;31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11" name="Google Shape;31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8"/>
          <p:cNvSpPr txBox="1"/>
          <p:nvPr/>
        </p:nvSpPr>
        <p:spPr>
          <a:xfrm>
            <a:off x="13444950" y="353225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8098723" y="3532250"/>
            <a:ext cx="4668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2133313" y="72250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Ajout au panier</a:t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1782912" y="712360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18"/>
          <p:cNvSpPr txBox="1"/>
          <p:nvPr/>
        </p:nvSpPr>
        <p:spPr>
          <a:xfrm>
            <a:off x="173250" y="1773350"/>
            <a:ext cx="18114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CAMPAGNE (sponso post)</a:t>
            </a:r>
            <a:endParaRPr sz="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-82775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19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4" name="Google Shape;324;p19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325" name="Google Shape;325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6" name="Google Shape;326;p19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1233275" y="4449797"/>
            <a:ext cx="6503792" cy="867348"/>
            <a:chOff x="0" y="-57150"/>
            <a:chExt cx="4607064" cy="614400"/>
          </a:xfrm>
        </p:grpSpPr>
        <p:sp>
          <p:nvSpPr>
            <p:cNvPr id="328" name="Google Shape;32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329" name="Google Shape;329;p19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19"/>
          <p:cNvGrpSpPr/>
          <p:nvPr/>
        </p:nvGrpSpPr>
        <p:grpSpPr>
          <a:xfrm>
            <a:off x="1216112" y="6309496"/>
            <a:ext cx="6503792" cy="867348"/>
            <a:chOff x="0" y="-57150"/>
            <a:chExt cx="4607064" cy="614400"/>
          </a:xfrm>
        </p:grpSpPr>
        <p:sp>
          <p:nvSpPr>
            <p:cNvPr id="331" name="Google Shape;331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32" name="Google Shape;332;p19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9"/>
          <p:cNvSpPr/>
          <p:nvPr/>
        </p:nvSpPr>
        <p:spPr>
          <a:xfrm>
            <a:off x="1632620" y="655846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19"/>
          <p:cNvSpPr/>
          <p:nvPr/>
        </p:nvSpPr>
        <p:spPr>
          <a:xfrm>
            <a:off x="1564875" y="46395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9"/>
          <p:cNvSpPr txBox="1"/>
          <p:nvPr/>
        </p:nvSpPr>
        <p:spPr>
          <a:xfrm>
            <a:off x="2116151" y="654492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Montant dépensé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2166424" y="4685226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338" name="Google Shape;338;p19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19"/>
          <p:cNvSpPr txBox="1"/>
          <p:nvPr/>
        </p:nvSpPr>
        <p:spPr>
          <a:xfrm>
            <a:off x="13444938" y="44581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0,28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13427775" y="63394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240,82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8098838" y="4458175"/>
            <a:ext cx="466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1,37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%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8081675" y="6339450"/>
            <a:ext cx="46686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453,96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CHF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9"/>
          <p:cNvSpPr txBox="1"/>
          <p:nvPr/>
        </p:nvSpPr>
        <p:spPr>
          <a:xfrm>
            <a:off x="13444950" y="353225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098723" y="3532250"/>
            <a:ext cx="4668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173250" y="1773350"/>
            <a:ext cx="18114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CAMPAGNE (followers)</a:t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0"/>
          <p:cNvGrpSpPr/>
          <p:nvPr/>
        </p:nvGrpSpPr>
        <p:grpSpPr>
          <a:xfrm>
            <a:off x="2002911" y="3668431"/>
            <a:ext cx="6762709" cy="873825"/>
            <a:chOff x="0" y="-38100"/>
            <a:chExt cx="4607064" cy="595289"/>
          </a:xfrm>
        </p:grpSpPr>
        <p:sp>
          <p:nvSpPr>
            <p:cNvPr id="352" name="Google Shape;352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53" name="Google Shape;353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0"/>
          <p:cNvSpPr/>
          <p:nvPr/>
        </p:nvSpPr>
        <p:spPr>
          <a:xfrm>
            <a:off x="2609111" y="38813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20"/>
          <p:cNvSpPr txBox="1"/>
          <p:nvPr/>
        </p:nvSpPr>
        <p:spPr>
          <a:xfrm>
            <a:off x="3230648" y="3910119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57" name="Google Shape;357;p20"/>
          <p:cNvGrpSpPr/>
          <p:nvPr/>
        </p:nvGrpSpPr>
        <p:grpSpPr>
          <a:xfrm>
            <a:off x="2104401" y="5088763"/>
            <a:ext cx="6456339" cy="834238"/>
            <a:chOff x="0" y="-38100"/>
            <a:chExt cx="4607064" cy="595289"/>
          </a:xfrm>
        </p:grpSpPr>
        <p:sp>
          <p:nvSpPr>
            <p:cNvPr id="358" name="Google Shape;358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59" name="Google Shape;359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20"/>
          <p:cNvSpPr txBox="1"/>
          <p:nvPr/>
        </p:nvSpPr>
        <p:spPr>
          <a:xfrm>
            <a:off x="3074676" y="52943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Commandes ONLINE</a:t>
            </a:r>
            <a:endParaRPr/>
          </a:p>
        </p:txBody>
      </p:sp>
      <p:grpSp>
        <p:nvGrpSpPr>
          <p:cNvPr id="361" name="Google Shape;361;p20"/>
          <p:cNvGrpSpPr/>
          <p:nvPr/>
        </p:nvGrpSpPr>
        <p:grpSpPr>
          <a:xfrm>
            <a:off x="2156074" y="6418611"/>
            <a:ext cx="6456339" cy="834238"/>
            <a:chOff x="0" y="-38100"/>
            <a:chExt cx="4607064" cy="595289"/>
          </a:xfrm>
        </p:grpSpPr>
        <p:sp>
          <p:nvSpPr>
            <p:cNvPr id="362" name="Google Shape;362;p20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63" name="Google Shape;363;p20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20"/>
          <p:cNvSpPr/>
          <p:nvPr/>
        </p:nvSpPr>
        <p:spPr>
          <a:xfrm>
            <a:off x="3399637" y="65333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20"/>
          <p:cNvSpPr txBox="1"/>
          <p:nvPr/>
        </p:nvSpPr>
        <p:spPr>
          <a:xfrm>
            <a:off x="3074676" y="6603315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Nouveaux clients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7" name="Google Shape;367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8" name="Google Shape;368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9" name="Google Shape;369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20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71" name="Google Shape;371;p20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20"/>
          <p:cNvSpPr txBox="1"/>
          <p:nvPr/>
        </p:nvSpPr>
        <p:spPr>
          <a:xfrm>
            <a:off x="13348512" y="3178223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73" name="Google Shape;373;p20"/>
          <p:cNvSpPr txBox="1"/>
          <p:nvPr/>
        </p:nvSpPr>
        <p:spPr>
          <a:xfrm>
            <a:off x="12867550" y="37866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2 427,31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74" name="Google Shape;374;p20"/>
          <p:cNvCxnSpPr/>
          <p:nvPr/>
        </p:nvCxnSpPr>
        <p:spPr>
          <a:xfrm rot="10800000">
            <a:off x="12368280" y="33160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5" name="Google Shape;375;p20"/>
          <p:cNvSpPr txBox="1"/>
          <p:nvPr/>
        </p:nvSpPr>
        <p:spPr>
          <a:xfrm>
            <a:off x="12958325" y="51617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9089435" y="31806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8884800" y="3737900"/>
            <a:ext cx="33378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3 146,98 €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9089375" y="5100975"/>
            <a:ext cx="3133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9089425" y="6533375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3528835" y="53221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0"/>
          <p:cNvSpPr txBox="1"/>
          <p:nvPr/>
        </p:nvSpPr>
        <p:spPr>
          <a:xfrm>
            <a:off x="13857430" y="29893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8884800" y="2989375"/>
            <a:ext cx="3284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15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12958325" y="6533375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21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21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1" name="Google Shape;391;p21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92" name="Google Shape;392;p21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93" name="Google Shape;393;p21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