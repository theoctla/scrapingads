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7.jp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10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{{client}}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{{moisrapport}}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179734" y="7682265"/>
            <a:ext cx="6503913" cy="867279"/>
            <a:chOff x="0" y="-57150"/>
            <a:chExt cx="4607064" cy="61433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744902" y="795351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3027664" y="7939970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2179734" y="6159059"/>
            <a:ext cx="6456348" cy="860936"/>
            <a:chOff x="0" y="-57150"/>
            <a:chExt cx="4607064" cy="614339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2795554" y="631781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3144760" y="6394911"/>
            <a:ext cx="4953854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" name="Google Shape;13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1" name="Google Shape;131;p14"/>
          <p:cNvGrpSpPr/>
          <p:nvPr/>
        </p:nvGrpSpPr>
        <p:grpSpPr>
          <a:xfrm>
            <a:off x="2179734" y="9106570"/>
            <a:ext cx="6503913" cy="867279"/>
            <a:chOff x="0" y="-57150"/>
            <a:chExt cx="4607064" cy="61433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/>
          <p:nvPr/>
        </p:nvSpPr>
        <p:spPr>
          <a:xfrm>
            <a:off x="2744902" y="93778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4"/>
          <p:cNvSpPr txBox="1"/>
          <p:nvPr/>
        </p:nvSpPr>
        <p:spPr>
          <a:xfrm>
            <a:off x="3027664" y="9364275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GOOGLE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008125" y="779681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{{priG}}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929750" y="625440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3929750" y="9187788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{{diffAll}}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9303225" y="7796813"/>
            <a:ext cx="3273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9303250" y="4688400"/>
            <a:ext cx="32733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{{priGL}}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098650" y="6254400"/>
            <a:ext cx="34782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{{priML}}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331425" y="9161000"/>
            <a:ext cx="32169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03250" y="3142650"/>
            <a:ext cx="3273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{{diffAllL}}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8" name="Google Shape;16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75" name="Google Shape;175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76" name="Google Shape;17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7" name="Google Shape;17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80" name="Google Shape;180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1" name="Google Shape;181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82" name="Google Shape;182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{{priG}}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{{cpcG}}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{{ctrG}}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9499325" y="3416950"/>
            <a:ext cx="3006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499325" y="4638350"/>
            <a:ext cx="30066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531125" y="8615675"/>
            <a:ext cx="2974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{{priGL}}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9651725" y="7264321"/>
            <a:ext cx="2854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{{cpcGL}}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9651725" y="5988500"/>
            <a:ext cx="2854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{{ctrGL}}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5" name="Google Shape;195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96" name="Google Shape;19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7" name="Google Shape;197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0" name="Google Shape;210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13" name="Google Shape;21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15" name="Google Shape;21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16" name="Google Shape;216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18" name="Google Shape;21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19" name="Google Shape;219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6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31" name="Google Shape;231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2" name="Google Shape;232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3" name="Google Shape;233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9505650" y="3373225"/>
            <a:ext cx="30066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9505650" y="459460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9341575" y="8646925"/>
            <a:ext cx="31707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{{priML}}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174275" y="7220575"/>
            <a:ext cx="33378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{{cpcML}}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9505650" y="594475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1" name="Google Shape;241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42" name="Google Shape;24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3" name="Google Shape;24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6"/>
          <p:cNvSpPr txBox="1"/>
          <p:nvPr/>
        </p:nvSpPr>
        <p:spPr>
          <a:xfrm>
            <a:off x="13077396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13077400" y="3368350"/>
            <a:ext cx="3006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13077400" y="45897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13077400" y="864205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{{priM}}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13077400" y="7215700"/>
            <a:ext cx="3006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3077400" y="5939875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</a:t>
            </a:r>
            <a:endParaRPr sz="493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73245" y="1703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9" name="Google Shape;259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60" name="Google Shape;26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1" name="Google Shape;26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7"/>
          <p:cNvSpPr/>
          <p:nvPr/>
        </p:nvSpPr>
        <p:spPr>
          <a:xfrm>
            <a:off x="3632711" y="38728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7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65" name="Google Shape;265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66" name="Google Shape;26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7" name="Google Shape;26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7"/>
          <p:cNvSpPr txBox="1"/>
          <p:nvPr/>
        </p:nvSpPr>
        <p:spPr>
          <a:xfrm>
            <a:off x="4098276" y="5285841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Générés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4098276" y="6594815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Qualifiés</a:t>
            </a:r>
            <a:endParaRPr/>
          </a:p>
        </p:txBody>
      </p:sp>
      <p:grpSp>
        <p:nvGrpSpPr>
          <p:cNvPr id="274" name="Google Shape;274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75" name="Google Shape;27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6" name="Google Shape;27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7"/>
          <p:cNvSpPr txBox="1"/>
          <p:nvPr/>
        </p:nvSpPr>
        <p:spPr>
          <a:xfrm>
            <a:off x="4205425" y="7972642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CPL</a:t>
            </a:r>
            <a:endParaRPr/>
          </a:p>
        </p:txBody>
      </p:sp>
      <p:sp>
        <p:nvSpPr>
          <p:cNvPr id="278" name="Google Shape;278;p17"/>
          <p:cNvSpPr/>
          <p:nvPr/>
        </p:nvSpPr>
        <p:spPr>
          <a:xfrm>
            <a:off x="4370664" y="7899128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2" name="Google Shape;28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4" name="Google Shape;28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5" name="Google Shape;285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6" name="Google Shape;286;p17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{{cpl}}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10113025" y="372940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{{couTL}}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112975" y="5092475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10112975" y="7877700"/>
            <a:ext cx="31332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{{cplL}}</a:t>
            </a: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7"/>
          <p:cNvSpPr txBox="1"/>
          <p:nvPr/>
        </p:nvSpPr>
        <p:spPr>
          <a:xfrm>
            <a:off x="13921405" y="29808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1914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4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 sz="1262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