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Anton"/>
      <p:regular r:id="rId13"/>
    </p:embeddedFont>
    <p:embeddedFont>
      <p:font typeface="Poppins"/>
      <p:bold r:id="rId14"/>
      <p:boldItalic r:id="rId15"/>
    </p:embeddedFont>
    <p:embeddedFont>
      <p:font typeface="Allerta Stencil"/>
      <p:regular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nton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bold.fntdata"/><Relationship Id="rId17" Type="http://schemas.openxmlformats.org/officeDocument/2006/relationships/font" Target="fonts/DMSans-regular.fntdata"/><Relationship Id="rId16" Type="http://schemas.openxmlformats.org/officeDocument/2006/relationships/font" Target="fonts/AllertaStencil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c71ecd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8c71ecd42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7.jp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11" Type="http://schemas.openxmlformats.org/officeDocument/2006/relationships/image" Target="../media/image20.png"/><Relationship Id="rId10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11" Type="http://schemas.openxmlformats.org/officeDocument/2006/relationships/image" Target="../media/image20.png"/><Relationship Id="rId10" Type="http://schemas.openxmlformats.org/officeDocument/2006/relationships/image" Target="../media/image22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179734" y="7682265"/>
            <a:ext cx="6503913" cy="867279"/>
            <a:chOff x="0" y="-57150"/>
            <a:chExt cx="4607064" cy="61433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3219027" y="7926725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3027664" y="7939970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2179734" y="6159059"/>
            <a:ext cx="6456348" cy="860936"/>
            <a:chOff x="0" y="-57150"/>
            <a:chExt cx="4607064" cy="614339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2795554" y="631781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3144760" y="6394911"/>
            <a:ext cx="4953854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" name="Google Shape;13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1" name="Google Shape;131;p14"/>
          <p:cNvGrpSpPr/>
          <p:nvPr/>
        </p:nvGrpSpPr>
        <p:grpSpPr>
          <a:xfrm>
            <a:off x="2179734" y="9106570"/>
            <a:ext cx="6503913" cy="867279"/>
            <a:chOff x="0" y="-57150"/>
            <a:chExt cx="4607064" cy="61433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/>
          <p:nvPr/>
        </p:nvSpPr>
        <p:spPr>
          <a:xfrm>
            <a:off x="3219027" y="9327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4"/>
          <p:cNvSpPr txBox="1"/>
          <p:nvPr/>
        </p:nvSpPr>
        <p:spPr>
          <a:xfrm>
            <a:off x="3637500" y="936427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GOOGLE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008125" y="779681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929750" y="625440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3929750" y="9187788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9303225" y="7796813"/>
            <a:ext cx="3273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9303250" y="468840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303250" y="6254400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331425" y="9161000"/>
            <a:ext cx="32169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03250" y="314265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{{diff_alllast}}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8" name="Google Shape;16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78" name="Google Shape;178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80" name="Google Shape;180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{{ctrG}}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{{searchGtotal}}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{{coutGtotal}}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{{cpcGtotal}}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{{ctrGtotal}}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3" name="Google Shape;193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94" name="Google Shape;19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5" name="Google Shape;19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00" name="Google Shape;200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9" name="Google Shape;209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17" name="Google Shape;217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19" name="Google Shape;21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20" name="Google Shape;220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30" name="Google Shape;230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" name="Google Shape;231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2" name="Google Shape;232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{{imprMlastlast}}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{{ctrMlast}}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5" name="Google Shape;245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46" name="Google Shape;24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7" name="Google Shape;247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53" name="Google Shape;253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7"/>
          <p:cNvGrpSpPr/>
          <p:nvPr/>
        </p:nvGrpSpPr>
        <p:grpSpPr>
          <a:xfrm>
            <a:off x="2155661" y="4727756"/>
            <a:ext cx="6762709" cy="873825"/>
            <a:chOff x="0" y="-38100"/>
            <a:chExt cx="4607064" cy="595289"/>
          </a:xfrm>
        </p:grpSpPr>
        <p:sp>
          <p:nvSpPr>
            <p:cNvPr id="260" name="Google Shape;26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1" name="Google Shape;26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7"/>
          <p:cNvSpPr/>
          <p:nvPr/>
        </p:nvSpPr>
        <p:spPr>
          <a:xfrm>
            <a:off x="3616236" y="49390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7"/>
          <p:cNvSpPr txBox="1"/>
          <p:nvPr/>
        </p:nvSpPr>
        <p:spPr>
          <a:xfrm>
            <a:off x="3383398" y="49694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425496" y="1019175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CONVERSIONS</a:t>
            </a:r>
            <a:endParaRPr/>
          </a:p>
        </p:txBody>
      </p:sp>
      <p:grpSp>
        <p:nvGrpSpPr>
          <p:cNvPr id="265" name="Google Shape;265;p17"/>
          <p:cNvGrpSpPr/>
          <p:nvPr/>
        </p:nvGrpSpPr>
        <p:grpSpPr>
          <a:xfrm>
            <a:off x="2257151" y="6148088"/>
            <a:ext cx="6456339" cy="834238"/>
            <a:chOff x="0" y="-38100"/>
            <a:chExt cx="4607064" cy="595289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7" name="Google Shape;26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7"/>
          <p:cNvSpPr txBox="1"/>
          <p:nvPr/>
        </p:nvSpPr>
        <p:spPr>
          <a:xfrm>
            <a:off x="3227426" y="63536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0" name="Google Shape;27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1" name="Google Shape;27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2" name="Google Shape;27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74" name="Google Shape;27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5" name="Google Shape;275;p17"/>
          <p:cNvCxnSpPr/>
          <p:nvPr/>
        </p:nvCxnSpPr>
        <p:spPr>
          <a:xfrm rot="10800000">
            <a:off x="13009080" y="35459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6" name="Google Shape;276;p17"/>
          <p:cNvSpPr txBox="1"/>
          <p:nvPr/>
        </p:nvSpPr>
        <p:spPr>
          <a:xfrm>
            <a:off x="13591300" y="482110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13591300" y="618417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9242185" y="4239929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9242175" y="4797225"/>
            <a:ext cx="3443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9242125" y="6160300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681585" y="6381467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7"/>
          <p:cNvSpPr txBox="1"/>
          <p:nvPr/>
        </p:nvSpPr>
        <p:spPr>
          <a:xfrm>
            <a:off x="13621544" y="407972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9242176" y="40487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8"/>
          <p:cNvGrpSpPr/>
          <p:nvPr/>
        </p:nvGrpSpPr>
        <p:grpSpPr>
          <a:xfrm>
            <a:off x="3026511" y="3659931"/>
            <a:ext cx="6762709" cy="873825"/>
            <a:chOff x="0" y="-38100"/>
            <a:chExt cx="4607064" cy="595289"/>
          </a:xfrm>
        </p:grpSpPr>
        <p:sp>
          <p:nvSpPr>
            <p:cNvPr id="289" name="Google Shape;28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90" name="Google Shape;290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8"/>
          <p:cNvSpPr/>
          <p:nvPr/>
        </p:nvSpPr>
        <p:spPr>
          <a:xfrm>
            <a:off x="4487086" y="38712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8"/>
          <p:cNvSpPr txBox="1"/>
          <p:nvPr/>
        </p:nvSpPr>
        <p:spPr>
          <a:xfrm>
            <a:off x="4254248" y="3901619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4425496" y="1019175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94" name="Google Shape;294;p18"/>
          <p:cNvGrpSpPr/>
          <p:nvPr/>
        </p:nvGrpSpPr>
        <p:grpSpPr>
          <a:xfrm>
            <a:off x="3026501" y="5029588"/>
            <a:ext cx="6456339" cy="834238"/>
            <a:chOff x="0" y="-38100"/>
            <a:chExt cx="4607064" cy="595289"/>
          </a:xfrm>
        </p:grpSpPr>
        <p:sp>
          <p:nvSpPr>
            <p:cNvPr id="295" name="Google Shape;29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96" name="Google Shape;296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18"/>
          <p:cNvSpPr txBox="1"/>
          <p:nvPr/>
        </p:nvSpPr>
        <p:spPr>
          <a:xfrm>
            <a:off x="3996776" y="52351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Générés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03" name="Google Shape;303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04" name="Google Shape;304;p18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5" name="Google Shape;305;p18"/>
          <p:cNvSpPr txBox="1"/>
          <p:nvPr/>
        </p:nvSpPr>
        <p:spPr>
          <a:xfrm>
            <a:off x="14372112" y="3169723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13789650" y="50346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{{forms}}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0113025" y="3729400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{{coutTlast}}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10011475" y="5041800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{{formslast}}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4450935" y="5262967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8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10113025" y="298087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314" name="Google Shape;314;p18"/>
          <p:cNvGrpSpPr/>
          <p:nvPr/>
        </p:nvGrpSpPr>
        <p:grpSpPr>
          <a:xfrm>
            <a:off x="3026511" y="6626969"/>
            <a:ext cx="6762709" cy="873825"/>
            <a:chOff x="0" y="-38100"/>
            <a:chExt cx="4607064" cy="595289"/>
          </a:xfrm>
        </p:grpSpPr>
        <p:sp>
          <p:nvSpPr>
            <p:cNvPr id="315" name="Google Shape;31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16" name="Google Shape;316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18"/>
          <p:cNvSpPr/>
          <p:nvPr/>
        </p:nvSpPr>
        <p:spPr>
          <a:xfrm>
            <a:off x="4487086" y="68382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8"/>
          <p:cNvSpPr txBox="1"/>
          <p:nvPr/>
        </p:nvSpPr>
        <p:spPr>
          <a:xfrm>
            <a:off x="4254248" y="68686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</a:t>
            </a:r>
            <a:endParaRPr/>
          </a:p>
        </p:txBody>
      </p:sp>
      <p:grpSp>
        <p:nvGrpSpPr>
          <p:cNvPr id="319" name="Google Shape;319;p18"/>
          <p:cNvGrpSpPr/>
          <p:nvPr/>
        </p:nvGrpSpPr>
        <p:grpSpPr>
          <a:xfrm>
            <a:off x="3026501" y="8075800"/>
            <a:ext cx="6456339" cy="834238"/>
            <a:chOff x="0" y="-38100"/>
            <a:chExt cx="4607064" cy="595289"/>
          </a:xfrm>
        </p:grpSpPr>
        <p:sp>
          <p:nvSpPr>
            <p:cNvPr id="320" name="Google Shape;32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1" name="Google Shape;32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8"/>
          <p:cNvSpPr txBox="1"/>
          <p:nvPr/>
        </p:nvSpPr>
        <p:spPr>
          <a:xfrm>
            <a:off x="3996776" y="828137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14462150" y="672031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14360650" y="81118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10113025" y="6696438"/>
            <a:ext cx="3443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10011475" y="8088013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4450935" y="8309180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9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5" name="Google Shape;335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37" name="Google Shape;337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