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56f6dbf6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b56f6dbf66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13.jp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0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10" Type="http://schemas.openxmlformats.org/officeDocument/2006/relationships/image" Target="../media/image32.png"/><Relationship Id="rId9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0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10" Type="http://schemas.openxmlformats.org/officeDocument/2006/relationships/image" Target="../media/image29.png"/><Relationship Id="rId9" Type="http://schemas.openxmlformats.org/officeDocument/2006/relationships/image" Target="../media/image30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Perpignan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9 124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217 297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9 952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212 620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373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171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236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132 902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766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726,65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0,14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106 841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858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726,92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0,16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4 314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3 605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115886"/>
            <a:ext cx="6710189" cy="787032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219345"/>
            <a:ext cx="6710189" cy="787032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319644"/>
            <a:ext cx="6710189" cy="787032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280620"/>
            <a:ext cx="630289" cy="540763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448008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347919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543757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38698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1 453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49044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914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5592114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58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290215" y="3411327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1 378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290215" y="4489560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897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290215" y="5592114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47551" y="8781673"/>
            <a:ext cx="6710189" cy="731432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31293" y="8994350"/>
            <a:ext cx="405640" cy="386914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36421" y="8993079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47551" y="7684177"/>
            <a:ext cx="6710189" cy="731432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47077" y="7828101"/>
            <a:ext cx="688568" cy="494228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76479" y="7895581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102941" y="9007037"/>
            <a:ext cx="4013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9 124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102941" y="7828108"/>
            <a:ext cx="4013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217 297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425370" y="8966738"/>
            <a:ext cx="3896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9 952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402275" y="7797240"/>
            <a:ext cx="41664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212 620</a:t>
            </a:r>
            <a:endParaRPr sz="1263"/>
          </a:p>
        </p:txBody>
      </p:sp>
      <p:grpSp>
        <p:nvGrpSpPr>
          <p:cNvPr id="238" name="Google Shape;238;p16"/>
          <p:cNvGrpSpPr/>
          <p:nvPr/>
        </p:nvGrpSpPr>
        <p:grpSpPr>
          <a:xfrm>
            <a:off x="947550" y="6611649"/>
            <a:ext cx="6710189" cy="803164"/>
            <a:chOff x="0" y="-38100"/>
            <a:chExt cx="4607064" cy="595289"/>
          </a:xfrm>
        </p:grpSpPr>
        <p:sp>
          <p:nvSpPr>
            <p:cNvPr id="239" name="Google Shape;23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4B0B"/>
            </a:solidFill>
            <a:ln>
              <a:noFill/>
            </a:ln>
          </p:spPr>
        </p:sp>
        <p:sp>
          <p:nvSpPr>
            <p:cNvPr id="240" name="Google Shape;24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6"/>
          <p:cNvSpPr txBox="1"/>
          <p:nvPr/>
        </p:nvSpPr>
        <p:spPr>
          <a:xfrm>
            <a:off x="3419185" y="6840365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Prestige</a:t>
            </a:r>
            <a:endParaRPr sz="1727"/>
          </a:p>
        </p:txBody>
      </p:sp>
      <p:sp>
        <p:nvSpPr>
          <p:cNvPr id="242" name="Google Shape;242;p16"/>
          <p:cNvSpPr txBox="1"/>
          <p:nvPr/>
        </p:nvSpPr>
        <p:spPr>
          <a:xfrm>
            <a:off x="12878550" y="6889717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384</a:t>
            </a:r>
            <a:endParaRPr sz="1727"/>
          </a:p>
        </p:txBody>
      </p:sp>
      <p:sp>
        <p:nvSpPr>
          <p:cNvPr id="243" name="Google Shape;243;p16"/>
          <p:cNvSpPr txBox="1"/>
          <p:nvPr/>
        </p:nvSpPr>
        <p:spPr>
          <a:xfrm>
            <a:off x="8290215" y="6889717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652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4" name="Google Shape;244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384058"/>
            <a:ext cx="789600" cy="7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 title="prestig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29576" y="6664678"/>
            <a:ext cx="789600" cy="75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366811"/>
            <a:ext cx="609600" cy="55331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4" name="Google Shape;254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56" name="Google Shape;256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8" name="Google Shape;25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9" name="Google Shape;259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7" name="Google Shape;267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8" name="Google Shape;268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9" name="Google Shape;269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71" name="Google Shape;271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2" name="Google Shape;272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3" name="Google Shape;273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76" name="Google Shape;276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7" name="Google Shape;27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8" name="Google Shape;27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84" name="Google Shape;284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68 541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3 910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373,77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77 588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5 287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407,26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9" name="Google Shape;299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05" name="Google Shape;305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06" name="Google Shape;306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10" name="Google Shape;31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11" name="Google Shape;31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5.70%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5,19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6.81%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4,58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/>
        </p:nvSpPr>
        <p:spPr>
          <a:xfrm>
            <a:off x="3196211" y="419260"/>
            <a:ext cx="1189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MICROSOFT ADS</a:t>
            </a:r>
            <a:endParaRPr sz="6700">
              <a:solidFill>
                <a:srgbClr val="FFFFFF"/>
              </a:solidFill>
              <a:latin typeface="Allerta Stencil"/>
              <a:ea typeface="Allerta Stencil"/>
              <a:cs typeface="Allerta Stencil"/>
              <a:sym typeface="Allerta Stenci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8" name="Google Shape;328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29" name="Google Shape;32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30" name="Google Shape;330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32" name="Google Shape;332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3" name="Google Shape;333;p19"/>
          <p:cNvCxnSpPr/>
          <p:nvPr/>
        </p:nvCxnSpPr>
        <p:spPr>
          <a:xfrm rot="10800000">
            <a:off x="14368500" y="2959875"/>
            <a:ext cx="21000" cy="5868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334" name="Google Shape;334;p19"/>
          <p:cNvGrpSpPr/>
          <p:nvPr/>
        </p:nvGrpSpPr>
        <p:grpSpPr>
          <a:xfrm>
            <a:off x="1001875" y="3521199"/>
            <a:ext cx="8614288" cy="984191"/>
            <a:chOff x="0" y="-38100"/>
            <a:chExt cx="4607064" cy="595289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5D05"/>
            </a:solidFill>
            <a:ln>
              <a:noFill/>
            </a:ln>
          </p:spPr>
        </p:sp>
        <p:sp>
          <p:nvSpPr>
            <p:cNvPr id="336" name="Google Shape;336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19"/>
          <p:cNvGrpSpPr/>
          <p:nvPr/>
        </p:nvGrpSpPr>
        <p:grpSpPr>
          <a:xfrm>
            <a:off x="1001875" y="4901144"/>
            <a:ext cx="8614288" cy="984191"/>
            <a:chOff x="0" y="-38100"/>
            <a:chExt cx="4607064" cy="595289"/>
          </a:xfrm>
        </p:grpSpPr>
        <p:sp>
          <p:nvSpPr>
            <p:cNvPr id="338" name="Google Shape;33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A20C"/>
            </a:solidFill>
            <a:ln>
              <a:noFill/>
            </a:ln>
          </p:spPr>
        </p:sp>
        <p:sp>
          <p:nvSpPr>
            <p:cNvPr id="339" name="Google Shape;339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9"/>
          <p:cNvSpPr/>
          <p:nvPr/>
        </p:nvSpPr>
        <p:spPr>
          <a:xfrm>
            <a:off x="2367569" y="5164155"/>
            <a:ext cx="443539" cy="521637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9"/>
          <p:cNvSpPr/>
          <p:nvPr/>
        </p:nvSpPr>
        <p:spPr>
          <a:xfrm>
            <a:off x="2196467" y="373096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2" name="Google Shape;342;p19"/>
          <p:cNvGrpSpPr/>
          <p:nvPr/>
        </p:nvGrpSpPr>
        <p:grpSpPr>
          <a:xfrm>
            <a:off x="1001875" y="6277135"/>
            <a:ext cx="8614288" cy="984191"/>
            <a:chOff x="0" y="-38100"/>
            <a:chExt cx="4607064" cy="595289"/>
          </a:xfrm>
        </p:grpSpPr>
        <p:sp>
          <p:nvSpPr>
            <p:cNvPr id="343" name="Google Shape;34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BB21"/>
            </a:solidFill>
            <a:ln>
              <a:noFill/>
            </a:ln>
          </p:spPr>
        </p:sp>
        <p:sp>
          <p:nvSpPr>
            <p:cNvPr id="344" name="Google Shape;344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9"/>
          <p:cNvSpPr/>
          <p:nvPr/>
        </p:nvSpPr>
        <p:spPr>
          <a:xfrm>
            <a:off x="2803605" y="6393830"/>
            <a:ext cx="762816" cy="868286"/>
          </a:xfrm>
          <a:custGeom>
            <a:rect b="b" l="l" r="r" t="t"/>
            <a:pathLst>
              <a:path extrusionOk="0" h="981114" w="762816">
                <a:moveTo>
                  <a:pt x="0" y="0"/>
                </a:moveTo>
                <a:lnTo>
                  <a:pt x="762816" y="0"/>
                </a:lnTo>
                <a:lnTo>
                  <a:pt x="762816" y="981114"/>
                </a:lnTo>
                <a:lnTo>
                  <a:pt x="0" y="98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6" name="Google Shape;346;p19"/>
          <p:cNvGrpSpPr/>
          <p:nvPr/>
        </p:nvGrpSpPr>
        <p:grpSpPr>
          <a:xfrm>
            <a:off x="1001875" y="7653124"/>
            <a:ext cx="8614288" cy="984191"/>
            <a:chOff x="0" y="-38100"/>
            <a:chExt cx="4607064" cy="595289"/>
          </a:xfrm>
        </p:grpSpPr>
        <p:sp>
          <p:nvSpPr>
            <p:cNvPr id="347" name="Google Shape;347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800"/>
            </a:solidFill>
            <a:ln>
              <a:noFill/>
            </a:ln>
          </p:spPr>
        </p:sp>
        <p:sp>
          <p:nvSpPr>
            <p:cNvPr id="348" name="Google Shape;348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" name="Google Shape;349;p19"/>
          <p:cNvSpPr/>
          <p:nvPr/>
        </p:nvSpPr>
        <p:spPr>
          <a:xfrm>
            <a:off x="2739685" y="7859289"/>
            <a:ext cx="752901" cy="666317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0" y="0"/>
                </a:lnTo>
                <a:lnTo>
                  <a:pt x="752900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p19"/>
          <p:cNvSpPr txBox="1"/>
          <p:nvPr/>
        </p:nvSpPr>
        <p:spPr>
          <a:xfrm>
            <a:off x="2567959" y="5196421"/>
            <a:ext cx="62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Microsoft ADS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2505507" y="3812008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Impressions Microsoft ADS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2949366" y="6575941"/>
            <a:ext cx="51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Microsoft ADS</a:t>
            </a:r>
            <a:endParaRPr/>
          </a:p>
        </p:txBody>
      </p:sp>
      <p:sp>
        <p:nvSpPr>
          <p:cNvPr id="353" name="Google Shape;353;p19"/>
          <p:cNvSpPr txBox="1"/>
          <p:nvPr/>
        </p:nvSpPr>
        <p:spPr>
          <a:xfrm>
            <a:off x="3566420" y="7951931"/>
            <a:ext cx="40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Coût par clic Moyen</a:t>
            </a:r>
            <a:endParaRPr/>
          </a:p>
        </p:txBody>
      </p:sp>
      <p:sp>
        <p:nvSpPr>
          <p:cNvPr id="354" name="Google Shape;354;p19"/>
          <p:cNvSpPr txBox="1"/>
          <p:nvPr/>
        </p:nvSpPr>
        <p:spPr>
          <a:xfrm>
            <a:off x="14405175" y="33967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15 854</a:t>
            </a:r>
            <a:endParaRPr sz="4000"/>
          </a:p>
        </p:txBody>
      </p:sp>
      <p:sp>
        <p:nvSpPr>
          <p:cNvPr id="355" name="Google Shape;355;p19"/>
          <p:cNvSpPr txBox="1"/>
          <p:nvPr/>
        </p:nvSpPr>
        <p:spPr>
          <a:xfrm>
            <a:off x="14405174" y="4957400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134</a:t>
            </a:r>
            <a:endParaRPr sz="4000"/>
          </a:p>
        </p:txBody>
      </p:sp>
      <p:sp>
        <p:nvSpPr>
          <p:cNvPr id="356" name="Google Shape;356;p19"/>
          <p:cNvSpPr txBox="1"/>
          <p:nvPr/>
        </p:nvSpPr>
        <p:spPr>
          <a:xfrm>
            <a:off x="14405174" y="651552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90,58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7" name="Google Shape;357;p19"/>
          <p:cNvSpPr txBox="1"/>
          <p:nvPr/>
        </p:nvSpPr>
        <p:spPr>
          <a:xfrm>
            <a:off x="14405174" y="8074075"/>
            <a:ext cx="379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0,68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58" name="Google Shape;358;p19"/>
          <p:cNvSpPr txBox="1"/>
          <p:nvPr/>
        </p:nvSpPr>
        <p:spPr>
          <a:xfrm>
            <a:off x="9834324" y="3396725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28 191</a:t>
            </a:r>
            <a:endParaRPr sz="4000"/>
          </a:p>
        </p:txBody>
      </p:sp>
      <p:sp>
        <p:nvSpPr>
          <p:cNvPr id="359" name="Google Shape;359;p19"/>
          <p:cNvSpPr txBox="1"/>
          <p:nvPr/>
        </p:nvSpPr>
        <p:spPr>
          <a:xfrm>
            <a:off x="9834323" y="4957400"/>
            <a:ext cx="433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202</a:t>
            </a:r>
            <a:endParaRPr sz="4000"/>
          </a:p>
        </p:txBody>
      </p:sp>
      <p:sp>
        <p:nvSpPr>
          <p:cNvPr id="360" name="Google Shape;360;p19"/>
          <p:cNvSpPr txBox="1"/>
          <p:nvPr/>
        </p:nvSpPr>
        <p:spPr>
          <a:xfrm>
            <a:off x="9834323" y="651552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82,85</a:t>
            </a: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61" name="Google Shape;361;p19"/>
          <p:cNvSpPr txBox="1"/>
          <p:nvPr/>
        </p:nvSpPr>
        <p:spPr>
          <a:xfrm>
            <a:off x="9834323" y="8074075"/>
            <a:ext cx="4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0,41</a:t>
            </a:r>
            <a:r>
              <a:rPr b="0" i="0" lang="en-U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000"/>
          </a:p>
        </p:txBody>
      </p:sp>
      <p:sp>
        <p:nvSpPr>
          <p:cNvPr id="362" name="Google Shape;362;p19"/>
          <p:cNvSpPr txBox="1"/>
          <p:nvPr/>
        </p:nvSpPr>
        <p:spPr>
          <a:xfrm>
            <a:off x="14405176" y="2779350"/>
            <a:ext cx="379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10515313" y="2647850"/>
            <a:ext cx="367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64" name="Google Shape;364;p19" title="Microsoft-Advertising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6300" y="525126"/>
            <a:ext cx="4475400" cy="251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0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70" name="Google Shape;370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71" name="Google Shape;371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0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3" name="Google Shape;373;p20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74" name="Google Shape;374;p20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75" name="Google Shape;375;p20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76" name="Google Shape;376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77" name="Google Shape;377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0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9" name="Google Shape;379;p20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80" name="Google Shape;380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81" name="Google Shape;381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20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84" name="Google Shape;384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85" name="Google Shape;385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20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8" name="Google Shape;388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9" name="Google Shape;389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90" name="Google Shape;390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92" name="Google Shape;392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93" name="Google Shape;393;p20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4" name="Google Shape;394;p20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1 191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726,65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373,77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1 217,03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726,92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407,26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2,19€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1,84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0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0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4" name="Google Shape;414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15" name="Google Shape;415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16" name="Google Shape;416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