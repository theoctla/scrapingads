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10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11" Type="http://schemas.openxmlformats.org/officeDocument/2006/relationships/image" Target="../media/image15.png"/><Relationship Id="rId10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Emma Perpignan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1117627" y="3682850"/>
            <a:ext cx="6833197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1117627" y="5292520"/>
            <a:ext cx="6833197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1636077" y="3872609"/>
            <a:ext cx="596861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1887311" y="5369140"/>
            <a:ext cx="738736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2269265" y="3912182"/>
            <a:ext cx="4872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2269248" y="5569236"/>
            <a:ext cx="51195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3" name="Google Shape;113;p14"/>
          <p:cNvGrpSpPr/>
          <p:nvPr/>
        </p:nvGrpSpPr>
        <p:grpSpPr>
          <a:xfrm>
            <a:off x="989087" y="6835007"/>
            <a:ext cx="6782980" cy="860935"/>
            <a:chOff x="0" y="-57150"/>
            <a:chExt cx="4607064" cy="614339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5" name="Google Shape;115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/>
          <p:nvPr/>
        </p:nvSpPr>
        <p:spPr>
          <a:xfrm>
            <a:off x="1636077" y="6993767"/>
            <a:ext cx="733334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 txBox="1"/>
          <p:nvPr/>
        </p:nvSpPr>
        <p:spPr>
          <a:xfrm>
            <a:off x="2002959" y="7070859"/>
            <a:ext cx="52047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13994675" y="537776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1 615,59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3916300" y="6943763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838,43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3916300" y="3832013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335 551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473176" y="5364351"/>
            <a:ext cx="4065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944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240150" y="6930350"/>
            <a:ext cx="4298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561,04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473176" y="3818600"/>
            <a:ext cx="4065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105 192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2" name="Google Shape;142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3" name="Google Shape;143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4" name="Google Shape;144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5"/>
          <p:cNvGrpSpPr/>
          <p:nvPr/>
        </p:nvGrpSpPr>
        <p:grpSpPr>
          <a:xfrm>
            <a:off x="2640087" y="3364847"/>
            <a:ext cx="6503792" cy="867262"/>
            <a:chOff x="0" y="-57150"/>
            <a:chExt cx="4607064" cy="614339"/>
          </a:xfrm>
        </p:grpSpPr>
        <p:sp>
          <p:nvSpPr>
            <p:cNvPr id="146" name="Google Shape;14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7" name="Google Shape;14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5"/>
          <p:cNvGrpSpPr/>
          <p:nvPr/>
        </p:nvGrpSpPr>
        <p:grpSpPr>
          <a:xfrm>
            <a:off x="2453380" y="8604191"/>
            <a:ext cx="6503792" cy="840369"/>
            <a:chOff x="0" y="-38100"/>
            <a:chExt cx="4607064" cy="595289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5"/>
          <p:cNvSpPr txBox="1"/>
          <p:nvPr/>
        </p:nvSpPr>
        <p:spPr>
          <a:xfrm>
            <a:off x="3573237" y="3600276"/>
            <a:ext cx="5023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54" name="Google Shape;154;p15"/>
          <p:cNvGrpSpPr/>
          <p:nvPr/>
        </p:nvGrpSpPr>
        <p:grpSpPr>
          <a:xfrm>
            <a:off x="2640087" y="4564646"/>
            <a:ext cx="6503792" cy="867348"/>
            <a:chOff x="0" y="-57150"/>
            <a:chExt cx="4607064" cy="614400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2483434" y="7196966"/>
            <a:ext cx="6456339" cy="860935"/>
            <a:chOff x="0" y="-57150"/>
            <a:chExt cx="4607064" cy="61433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 txBox="1"/>
          <p:nvPr/>
        </p:nvSpPr>
        <p:spPr>
          <a:xfrm>
            <a:off x="3805716" y="7435896"/>
            <a:ext cx="51342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3540126" y="4800075"/>
            <a:ext cx="5325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cxnSp>
        <p:nvCxnSpPr>
          <p:cNvPr id="163" name="Google Shape;163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4" name="Google Shape;164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5" name="Google Shape;165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166 757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1615,59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0,23 €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30 100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7 007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944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2,72 €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15.28%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1 932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9" name="Google Shape;179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6,40 %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2" name="Google Shape;182;p15"/>
          <p:cNvGrpSpPr/>
          <p:nvPr/>
        </p:nvGrpSpPr>
        <p:grpSpPr>
          <a:xfrm>
            <a:off x="2605780" y="5902012"/>
            <a:ext cx="6503792" cy="840369"/>
            <a:chOff x="0" y="-38100"/>
            <a:chExt cx="4607064" cy="595289"/>
          </a:xfrm>
        </p:grpSpPr>
        <p:sp>
          <p:nvSpPr>
            <p:cNvPr id="183" name="Google Shape;18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4" name="Google Shape;184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4" name="Google Shape;194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95" name="Google Shape;195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6" name="Google Shape;196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98" name="Google Shape;19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99" name="Google Shape;199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01" name="Google Shape;20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2" name="Google Shape;202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11" name="Google Shape;211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3" name="Google Shape;21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5" name="Google Shape;215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6" name="Google Shape;216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7" name="Google Shape;217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168 794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3 616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838,43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0,23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2.14%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75 092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1 940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561,04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0,43 €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1,73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0" name="Google Shape;230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32" name="Google Shape;232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38" name="Google Shape;238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7"/>
          <p:cNvGrpSpPr/>
          <p:nvPr/>
        </p:nvGrpSpPr>
        <p:grpSpPr>
          <a:xfrm>
            <a:off x="1761561" y="3614819"/>
            <a:ext cx="6762709" cy="873825"/>
            <a:chOff x="0" y="-38100"/>
            <a:chExt cx="4607064" cy="595289"/>
          </a:xfrm>
        </p:grpSpPr>
        <p:sp>
          <p:nvSpPr>
            <p:cNvPr id="245" name="Google Shape;24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46" name="Google Shape;24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7"/>
          <p:cNvSpPr/>
          <p:nvPr/>
        </p:nvSpPr>
        <p:spPr>
          <a:xfrm>
            <a:off x="3222136" y="382614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7"/>
          <p:cNvSpPr txBox="1"/>
          <p:nvPr/>
        </p:nvSpPr>
        <p:spPr>
          <a:xfrm>
            <a:off x="2989298" y="385650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50" name="Google Shape;250;p17"/>
          <p:cNvGrpSpPr/>
          <p:nvPr/>
        </p:nvGrpSpPr>
        <p:grpSpPr>
          <a:xfrm>
            <a:off x="1863051" y="5035150"/>
            <a:ext cx="6456339" cy="834238"/>
            <a:chOff x="0" y="-38100"/>
            <a:chExt cx="4607064" cy="59528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17"/>
          <p:cNvSpPr txBox="1"/>
          <p:nvPr/>
        </p:nvSpPr>
        <p:spPr>
          <a:xfrm>
            <a:off x="2833326" y="5240729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 b="1" sz="2386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4" name="Google Shape;254;p17"/>
          <p:cNvGrpSpPr/>
          <p:nvPr/>
        </p:nvGrpSpPr>
        <p:grpSpPr>
          <a:xfrm>
            <a:off x="1761549" y="6370836"/>
            <a:ext cx="6456339" cy="834238"/>
            <a:chOff x="0" y="-38100"/>
            <a:chExt cx="4607064" cy="595289"/>
          </a:xfrm>
        </p:grpSpPr>
        <p:sp>
          <p:nvSpPr>
            <p:cNvPr id="255" name="Google Shape;25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6" name="Google Shape;25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7"/>
          <p:cNvSpPr/>
          <p:nvPr/>
        </p:nvSpPr>
        <p:spPr>
          <a:xfrm>
            <a:off x="3005112" y="64856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2680151" y="655554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4" name="Google Shape;264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65" name="Google Shape;265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6" name="Google Shape;266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2 454,02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28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13921400" y="649630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1335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8848092" y="368430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1 505,04 €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8848025" y="50473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8848025" y="645835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575</a:t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3287485" y="5268530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7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276" name="Google Shape;276;p17"/>
          <p:cNvGrpSpPr/>
          <p:nvPr/>
        </p:nvGrpSpPr>
        <p:grpSpPr>
          <a:xfrm>
            <a:off x="1761549" y="7706511"/>
            <a:ext cx="6456339" cy="834238"/>
            <a:chOff x="0" y="-38100"/>
            <a:chExt cx="4607064" cy="595289"/>
          </a:xfrm>
        </p:grpSpPr>
        <p:sp>
          <p:nvSpPr>
            <p:cNvPr id="277" name="Google Shape;27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</p:sp>
        <p:sp>
          <p:nvSpPr>
            <p:cNvPr id="278" name="Google Shape;278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7"/>
          <p:cNvSpPr txBox="1"/>
          <p:nvPr/>
        </p:nvSpPr>
        <p:spPr>
          <a:xfrm>
            <a:off x="2669076" y="797959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</a:t>
            </a:r>
            <a:endParaRPr/>
          </a:p>
        </p:txBody>
      </p:sp>
      <p:pic>
        <p:nvPicPr>
          <p:cNvPr id="280" name="Google Shape;280;p17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8200" y="78703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7"/>
          <p:cNvSpPr txBox="1"/>
          <p:nvPr/>
        </p:nvSpPr>
        <p:spPr>
          <a:xfrm>
            <a:off x="8851675" y="778942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2,61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13590475" y="79072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1,80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0" name="Google Shape;290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91" name="Google Shape;291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2" name="Google Shape;292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