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9c0b5e0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49c0b5e0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49c0b5e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49c0b5e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8.jp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Laserel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 b="1" sz="4282">
              <a:solidFill>
                <a:srgbClr val="56A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GOOGLE ADS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8452" y="2530077"/>
            <a:ext cx="14951083" cy="65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META</a:t>
            </a: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 ADS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7" name="Google Shape;117;p15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9" name="Google Shape;119;p15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15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3936" y="4061426"/>
            <a:ext cx="15500173" cy="23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6"/>
          <p:cNvGrpSpPr/>
          <p:nvPr/>
        </p:nvGrpSpPr>
        <p:grpSpPr>
          <a:xfrm>
            <a:off x="2325999" y="3223524"/>
            <a:ext cx="5797990" cy="773222"/>
            <a:chOff x="0" y="-57150"/>
            <a:chExt cx="4607064" cy="6144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0" name="Google Shape;130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2325999" y="4658557"/>
            <a:ext cx="5797990" cy="749171"/>
            <a:chOff x="0" y="-38100"/>
            <a:chExt cx="4607064" cy="595289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33" name="Google Shape;13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6"/>
          <p:cNvSpPr/>
          <p:nvPr/>
        </p:nvSpPr>
        <p:spPr>
          <a:xfrm>
            <a:off x="2765935" y="3392693"/>
            <a:ext cx="507332" cy="507332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6"/>
          <p:cNvSpPr/>
          <p:nvPr/>
        </p:nvSpPr>
        <p:spPr>
          <a:xfrm>
            <a:off x="2979121" y="4726862"/>
            <a:ext cx="627926" cy="554144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6"/>
          <p:cNvSpPr txBox="1"/>
          <p:nvPr/>
        </p:nvSpPr>
        <p:spPr>
          <a:xfrm>
            <a:off x="3303231" y="3427973"/>
            <a:ext cx="413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9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 sz="1248"/>
          </a:p>
        </p:txBody>
      </p:sp>
      <p:sp>
        <p:nvSpPr>
          <p:cNvPr id="137" name="Google Shape;137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303217" y="4905249"/>
            <a:ext cx="4344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8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 sz="1248"/>
          </a:p>
        </p:txBody>
      </p:sp>
      <p:grpSp>
        <p:nvGrpSpPr>
          <p:cNvPr id="139" name="Google Shape;139;p16"/>
          <p:cNvGrpSpPr/>
          <p:nvPr/>
        </p:nvGrpSpPr>
        <p:grpSpPr>
          <a:xfrm>
            <a:off x="2216926" y="6033692"/>
            <a:ext cx="5756066" cy="767631"/>
            <a:chOff x="0" y="-57150"/>
            <a:chExt cx="4607064" cy="614400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6"/>
          <p:cNvSpPr/>
          <p:nvPr/>
        </p:nvSpPr>
        <p:spPr>
          <a:xfrm>
            <a:off x="2765935" y="6175231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3077255" y="6243959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 sz="1248"/>
          </a:p>
        </p:txBody>
      </p:sp>
      <p:sp>
        <p:nvSpPr>
          <p:cNvPr id="144" name="Google Shape;144;p16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6" name="Google Shape;146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47" name="Google Shape;14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8" name="Google Shape;148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150" name="Google Shape;150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1" name="Google Shape;151;p16"/>
          <p:cNvCxnSpPr/>
          <p:nvPr/>
        </p:nvCxnSpPr>
        <p:spPr>
          <a:xfrm rot="10800000">
            <a:off x="12538222" y="322353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6"/>
          <p:cNvSpPr txBox="1"/>
          <p:nvPr/>
        </p:nvSpPr>
        <p:spPr>
          <a:xfrm>
            <a:off x="12746886" y="4806012"/>
            <a:ext cx="3473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3 206,1</a:t>
            </a: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53" name="Google Shape;153;p16"/>
          <p:cNvSpPr txBox="1"/>
          <p:nvPr/>
        </p:nvSpPr>
        <p:spPr>
          <a:xfrm>
            <a:off x="12677014" y="6202115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3 634,07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sp>
        <p:nvSpPr>
          <p:cNvPr id="154" name="Google Shape;154;p16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2677014" y="3427962"/>
            <a:ext cx="3473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708 828</a:t>
            </a:r>
            <a:endParaRPr sz="1248"/>
          </a:p>
        </p:txBody>
      </p:sp>
      <p:sp>
        <p:nvSpPr>
          <p:cNvPr id="157" name="Google Shape;157;p16"/>
          <p:cNvSpPr txBox="1"/>
          <p:nvPr/>
        </p:nvSpPr>
        <p:spPr>
          <a:xfrm>
            <a:off x="12661428" y="2545700"/>
            <a:ext cx="3473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8536839" y="2545700"/>
            <a:ext cx="2918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567600" y="4722595"/>
            <a:ext cx="2918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3 099,91</a:t>
            </a: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60" name="Google Shape;160;p16"/>
          <p:cNvSpPr txBox="1"/>
          <p:nvPr/>
        </p:nvSpPr>
        <p:spPr>
          <a:xfrm>
            <a:off x="8567600" y="3344549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702 135</a:t>
            </a:r>
            <a:endParaRPr sz="1248"/>
          </a:p>
        </p:txBody>
      </p:sp>
      <p:sp>
        <p:nvSpPr>
          <p:cNvPr id="161" name="Google Shape;161;p16"/>
          <p:cNvSpPr txBox="1"/>
          <p:nvPr/>
        </p:nvSpPr>
        <p:spPr>
          <a:xfrm>
            <a:off x="8567600" y="6118700"/>
            <a:ext cx="3066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4 002,94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grpSp>
        <p:nvGrpSpPr>
          <p:cNvPr id="162" name="Google Shape;162;p16"/>
          <p:cNvGrpSpPr/>
          <p:nvPr/>
        </p:nvGrpSpPr>
        <p:grpSpPr>
          <a:xfrm>
            <a:off x="2177401" y="7492817"/>
            <a:ext cx="5756066" cy="767631"/>
            <a:chOff x="0" y="-57150"/>
            <a:chExt cx="4607064" cy="614400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4" name="Google Shape;164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6"/>
          <p:cNvSpPr/>
          <p:nvPr/>
        </p:nvSpPr>
        <p:spPr>
          <a:xfrm>
            <a:off x="2726410" y="7634356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6"/>
          <p:cNvSpPr txBox="1"/>
          <p:nvPr/>
        </p:nvSpPr>
        <p:spPr>
          <a:xfrm>
            <a:off x="3037730" y="7703084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 sz="1248"/>
          </a:p>
        </p:txBody>
      </p:sp>
      <p:sp>
        <p:nvSpPr>
          <p:cNvPr id="167" name="Google Shape;167;p16"/>
          <p:cNvSpPr txBox="1"/>
          <p:nvPr/>
        </p:nvSpPr>
        <p:spPr>
          <a:xfrm>
            <a:off x="12637489" y="7661240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0,07</a:t>
            </a:r>
            <a:endParaRPr sz="3872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8528075" y="7577820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0,07</a:t>
            </a:r>
            <a:endParaRPr sz="124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5" name="Google Shape;175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77" name="Google Shape;177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80" name="Google Shape;180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83" name="Google Shape;183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7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7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88" name="Google Shape;188;p17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89" name="Google Shape;18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90" name="Google Shape;190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7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7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93" name="Google Shape;193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4" name="Google Shape;194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95" name="Google Shape;195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429 147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80 365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0,05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18.73%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505650" y="3373225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554 094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9505650" y="459460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96 767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9296400" y="7220575"/>
            <a:ext cx="33378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0,04 €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9505650" y="5944750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17.46%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6" name="Google Shape;206;p17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07" name="Google Shape;20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08" name="Google Shape;20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7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7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7"/>
          <p:cNvSpPr txBox="1"/>
          <p:nvPr/>
        </p:nvSpPr>
        <p:spPr>
          <a:xfrm>
            <a:off x="13314020" y="2838600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0" name="Google Shape;220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22" name="Google Shape;222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2318390" y="3142255"/>
            <a:ext cx="6023275" cy="803187"/>
            <a:chOff x="0" y="-57150"/>
            <a:chExt cx="4607064" cy="614339"/>
          </a:xfrm>
        </p:grpSpPr>
        <p:sp>
          <p:nvSpPr>
            <p:cNvPr id="224" name="Google Shape;224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25" name="Google Shape;225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2318390" y="4253424"/>
            <a:ext cx="6023275" cy="803187"/>
            <a:chOff x="0" y="-57150"/>
            <a:chExt cx="4607064" cy="614339"/>
          </a:xfrm>
        </p:grpSpPr>
        <p:sp>
          <p:nvSpPr>
            <p:cNvPr id="227" name="Google Shape;227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28" name="Google Shape;228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8"/>
          <p:cNvSpPr/>
          <p:nvPr/>
        </p:nvSpPr>
        <p:spPr>
          <a:xfrm>
            <a:off x="2704130" y="4484003"/>
            <a:ext cx="309756" cy="411636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8"/>
          <p:cNvSpPr/>
          <p:nvPr/>
        </p:nvSpPr>
        <p:spPr>
          <a:xfrm>
            <a:off x="2625494" y="3317995"/>
            <a:ext cx="525806" cy="525806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8"/>
          <p:cNvSpPr txBox="1"/>
          <p:nvPr/>
        </p:nvSpPr>
        <p:spPr>
          <a:xfrm>
            <a:off x="3151942" y="4471460"/>
            <a:ext cx="4932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 sz="1297"/>
          </a:p>
        </p:txBody>
      </p:sp>
      <p:sp>
        <p:nvSpPr>
          <p:cNvPr id="232" name="Google Shape;232;p18"/>
          <p:cNvSpPr txBox="1"/>
          <p:nvPr/>
        </p:nvSpPr>
        <p:spPr>
          <a:xfrm>
            <a:off x="3182607" y="3360292"/>
            <a:ext cx="4652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8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 sz="1297"/>
          </a:p>
        </p:txBody>
      </p:sp>
      <p:grpSp>
        <p:nvGrpSpPr>
          <p:cNvPr id="233" name="Google Shape;233;p18"/>
          <p:cNvGrpSpPr/>
          <p:nvPr/>
        </p:nvGrpSpPr>
        <p:grpSpPr>
          <a:xfrm>
            <a:off x="2318409" y="6659476"/>
            <a:ext cx="5979508" cy="797351"/>
            <a:chOff x="0" y="-57150"/>
            <a:chExt cx="4607064" cy="614339"/>
          </a:xfrm>
        </p:grpSpPr>
        <p:sp>
          <p:nvSpPr>
            <p:cNvPr id="234" name="Google Shape;234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35" name="Google Shape;235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8"/>
          <p:cNvSpPr/>
          <p:nvPr/>
        </p:nvSpPr>
        <p:spPr>
          <a:xfrm>
            <a:off x="2972525" y="6809823"/>
            <a:ext cx="646032" cy="570123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8"/>
          <p:cNvSpPr txBox="1"/>
          <p:nvPr/>
        </p:nvSpPr>
        <p:spPr>
          <a:xfrm>
            <a:off x="3543013" y="6880757"/>
            <a:ext cx="4754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1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 sz="1297"/>
          </a:p>
        </p:txBody>
      </p:sp>
      <p:cxnSp>
        <p:nvCxnSpPr>
          <p:cNvPr id="238" name="Google Shape;238;p18"/>
          <p:cNvCxnSpPr/>
          <p:nvPr/>
        </p:nvCxnSpPr>
        <p:spPr>
          <a:xfrm rot="10800000">
            <a:off x="11828150" y="2829825"/>
            <a:ext cx="19500" cy="7061400"/>
          </a:xfrm>
          <a:prstGeom prst="straightConnector1">
            <a:avLst/>
          </a:prstGeom>
          <a:noFill/>
          <a:ln cap="flat" cmpd="sng" w="176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9" name="Google Shape;239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40" name="Google Shape;240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8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8"/>
          <p:cNvSpPr txBox="1"/>
          <p:nvPr/>
        </p:nvSpPr>
        <p:spPr>
          <a:xfrm>
            <a:off x="12164980" y="3160201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279 681</a:t>
            </a:r>
            <a:endParaRPr sz="398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12164980" y="4325807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1 161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8616675" y="1997601"/>
            <a:ext cx="1585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6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 sz="1297"/>
          </a:p>
        </p:txBody>
      </p:sp>
      <p:sp>
        <p:nvSpPr>
          <p:cNvPr id="245" name="Google Shape;245;p18"/>
          <p:cNvSpPr txBox="1"/>
          <p:nvPr/>
        </p:nvSpPr>
        <p:spPr>
          <a:xfrm>
            <a:off x="8670925" y="3190504"/>
            <a:ext cx="2784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148 041</a:t>
            </a:r>
            <a:endParaRPr sz="398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8670925" y="4321679"/>
            <a:ext cx="27846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1 036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8957175" y="6721851"/>
            <a:ext cx="2643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20,06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8812075" y="5572097"/>
            <a:ext cx="26433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4 624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9" name="Google Shape;249;p18"/>
          <p:cNvGrpSpPr/>
          <p:nvPr/>
        </p:nvGrpSpPr>
        <p:grpSpPr>
          <a:xfrm>
            <a:off x="2286617" y="5491997"/>
            <a:ext cx="6023275" cy="778281"/>
            <a:chOff x="0" y="-38100"/>
            <a:chExt cx="4607064" cy="595289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51" name="Google Shape;251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8"/>
          <p:cNvSpPr/>
          <p:nvPr/>
        </p:nvSpPr>
        <p:spPr>
          <a:xfrm>
            <a:off x="2827425" y="5618542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8"/>
          <p:cNvSpPr txBox="1"/>
          <p:nvPr/>
        </p:nvSpPr>
        <p:spPr>
          <a:xfrm>
            <a:off x="3290671" y="5666067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PMax</a:t>
            </a:r>
            <a:endParaRPr sz="1297"/>
          </a:p>
        </p:txBody>
      </p:sp>
      <p:sp>
        <p:nvSpPr>
          <p:cNvPr id="254" name="Google Shape;254;p18"/>
          <p:cNvSpPr txBox="1"/>
          <p:nvPr/>
        </p:nvSpPr>
        <p:spPr>
          <a:xfrm>
            <a:off x="12192805" y="2359382"/>
            <a:ext cx="3921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8698799" y="2359382"/>
            <a:ext cx="2784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6" name="Google Shape;256;p18"/>
          <p:cNvGrpSpPr/>
          <p:nvPr/>
        </p:nvGrpSpPr>
        <p:grpSpPr>
          <a:xfrm>
            <a:off x="2318400" y="7884875"/>
            <a:ext cx="6023275" cy="778281"/>
            <a:chOff x="0" y="-38100"/>
            <a:chExt cx="4607064" cy="595289"/>
          </a:xfrm>
        </p:grpSpPr>
        <p:sp>
          <p:nvSpPr>
            <p:cNvPr id="257" name="Google Shape;257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8" name="Google Shape;258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8"/>
          <p:cNvSpPr/>
          <p:nvPr/>
        </p:nvSpPr>
        <p:spPr>
          <a:xfrm>
            <a:off x="2859208" y="8011420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8"/>
          <p:cNvSpPr txBox="1"/>
          <p:nvPr/>
        </p:nvSpPr>
        <p:spPr>
          <a:xfrm>
            <a:off x="3322454" y="8058945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 sz="1297"/>
          </a:p>
        </p:txBody>
      </p:sp>
      <p:sp>
        <p:nvSpPr>
          <p:cNvPr id="261" name="Google Shape;261;p18"/>
          <p:cNvSpPr txBox="1"/>
          <p:nvPr/>
        </p:nvSpPr>
        <p:spPr>
          <a:xfrm>
            <a:off x="8873300" y="7895505"/>
            <a:ext cx="2754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3 099,91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12164980" y="5598670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1 0031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12192805" y="6743807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17,54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12192805" y="7977545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3 206,1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9"/>
          <p:cNvGrpSpPr/>
          <p:nvPr/>
        </p:nvGrpSpPr>
        <p:grpSpPr>
          <a:xfrm>
            <a:off x="3036136" y="3863169"/>
            <a:ext cx="6762709" cy="873825"/>
            <a:chOff x="0" y="-38100"/>
            <a:chExt cx="4607064" cy="595289"/>
          </a:xfrm>
        </p:grpSpPr>
        <p:sp>
          <p:nvSpPr>
            <p:cNvPr id="270" name="Google Shape;27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71" name="Google Shape;27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9"/>
          <p:cNvSpPr/>
          <p:nvPr/>
        </p:nvSpPr>
        <p:spPr>
          <a:xfrm>
            <a:off x="3642336" y="40760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9"/>
          <p:cNvSpPr txBox="1"/>
          <p:nvPr/>
        </p:nvSpPr>
        <p:spPr>
          <a:xfrm>
            <a:off x="4263873" y="41048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6" name="Google Shape;276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7" name="Google Shape;277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8" name="Google Shape;278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0" name="Google Shape;280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1" name="Google Shape;281;p19"/>
          <p:cNvCxnSpPr/>
          <p:nvPr/>
        </p:nvCxnSpPr>
        <p:spPr>
          <a:xfrm rot="10800000">
            <a:off x="13391900" y="3307675"/>
            <a:ext cx="27000" cy="44829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2" name="Google Shape;282;p19"/>
          <p:cNvSpPr txBox="1"/>
          <p:nvPr/>
        </p:nvSpPr>
        <p:spPr>
          <a:xfrm>
            <a:off x="14381737" y="3372961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13900775" y="39254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6 840,17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3900775" y="528856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10122660" y="3375342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10122650" y="3932638"/>
            <a:ext cx="3133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7 102,85 €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10122600" y="5295713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13931020" y="3184100"/>
            <a:ext cx="30819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10122650" y="318412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0" name="Google Shape;290;p19"/>
          <p:cNvGrpSpPr/>
          <p:nvPr/>
        </p:nvGrpSpPr>
        <p:grpSpPr>
          <a:xfrm>
            <a:off x="3036136" y="5053269"/>
            <a:ext cx="6762709" cy="873825"/>
            <a:chOff x="0" y="-38100"/>
            <a:chExt cx="4607064" cy="595289"/>
          </a:xfrm>
        </p:grpSpPr>
        <p:sp>
          <p:nvSpPr>
            <p:cNvPr id="291" name="Google Shape;29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92" name="Google Shape;29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9"/>
          <p:cNvSpPr/>
          <p:nvPr/>
        </p:nvSpPr>
        <p:spPr>
          <a:xfrm>
            <a:off x="3642336" y="52661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9"/>
          <p:cNvSpPr txBox="1"/>
          <p:nvPr/>
        </p:nvSpPr>
        <p:spPr>
          <a:xfrm>
            <a:off x="4263873" y="52949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3900775" y="51155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390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10122650" y="51227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354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7" name="Google Shape;297;p19"/>
          <p:cNvGrpSpPr/>
          <p:nvPr/>
        </p:nvGrpSpPr>
        <p:grpSpPr>
          <a:xfrm>
            <a:off x="3036136" y="6229069"/>
            <a:ext cx="6762709" cy="873825"/>
            <a:chOff x="0" y="-38100"/>
            <a:chExt cx="4607064" cy="595289"/>
          </a:xfrm>
        </p:grpSpPr>
        <p:sp>
          <p:nvSpPr>
            <p:cNvPr id="298" name="Google Shape;29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</p:sp>
        <p:sp>
          <p:nvSpPr>
            <p:cNvPr id="299" name="Google Shape;299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19"/>
          <p:cNvSpPr/>
          <p:nvPr/>
        </p:nvSpPr>
        <p:spPr>
          <a:xfrm>
            <a:off x="3642336" y="64419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19"/>
          <p:cNvSpPr txBox="1"/>
          <p:nvPr/>
        </p:nvSpPr>
        <p:spPr>
          <a:xfrm>
            <a:off x="4263873" y="64707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13900775" y="62913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17,54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10122650" y="62985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20,06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1" name="Google Shape;311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12" name="Google Shape;312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13" name="Google Shape;313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