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56f6dbf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b56f6dbf66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56f6dbf6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b56f6dbf66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9.png"/><Relationship Id="rId4" Type="http://schemas.openxmlformats.org/officeDocument/2006/relationships/image" Target="../media/image4.jpg"/><Relationship Id="rId5" Type="http://schemas.openxmlformats.org/officeDocument/2006/relationships/image" Target="../media/image1.png"/><Relationship Id="rId6" Type="http://schemas.openxmlformats.org/officeDocument/2006/relationships/image" Target="../media/image24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10" Type="http://schemas.openxmlformats.org/officeDocument/2006/relationships/image" Target="../media/image20.png"/><Relationship Id="rId9" Type="http://schemas.openxmlformats.org/officeDocument/2006/relationships/image" Target="../media/image27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10" Type="http://schemas.openxmlformats.org/officeDocument/2006/relationships/image" Target="../media/image20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5.png"/><Relationship Id="rId10" Type="http://schemas.openxmlformats.org/officeDocument/2006/relationships/image" Target="../media/image18.png"/><Relationship Id="rId9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1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My Salon Aubière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430271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666124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7622421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788012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58564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780578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12 250</a:t>
            </a:r>
            <a:endParaRPr sz="1263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133 010</a:t>
            </a:r>
            <a:endParaRPr sz="1263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5 841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154 282</a:t>
            </a:r>
            <a:endParaRPr sz="1263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59865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1 260</a:t>
            </a:r>
            <a:endParaRPr sz="1263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57201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1 371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781880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69</a:t>
            </a:r>
            <a:endParaRPr sz="1263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779216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38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3" name="Google Shape;15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7" name="Google Shape;16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1" name="Google Shape;181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44 302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1 438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1 049,07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0,54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53 740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1 681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1 047,74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0,45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9" name="Google Shape;199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00" name="Google Shape;200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1" name="Google Shape;201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6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03" name="Google Shape;20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04" name="Google Shape;204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6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06" name="Google Shape;206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07" name="Google Shape;207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16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6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6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12" name="Google Shape;212;p16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14" name="Google Shape;214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16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16" name="Google Shape;216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7" name="Google Shape;217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18" name="Google Shape;218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22" name="Google Shape;22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23" name="Google Shape;223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16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6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26" name="Google Shape;226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16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29" name="Google Shape;229;p16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6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71 060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10 079</a:t>
            </a:r>
            <a:endParaRPr/>
          </a:p>
        </p:txBody>
      </p:sp>
      <p:sp>
        <p:nvSpPr>
          <p:cNvPr id="232" name="Google Shape;232;p16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304,91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33" name="Google Shape;233;p16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0,03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95 098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3 412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341,24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0,1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4" name="Google Shape;244;p17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45" name="Google Shape;245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6" name="Google Shape;246;p17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17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48" name="Google Shape;248;p17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50" name="Google Shape;250;p17"/>
          <p:cNvCxnSpPr/>
          <p:nvPr/>
        </p:nvCxnSpPr>
        <p:spPr>
          <a:xfrm rot="10800000">
            <a:off x="13891625" y="3274850"/>
            <a:ext cx="36600" cy="46695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251" name="Google Shape;251;p17"/>
          <p:cNvGrpSpPr/>
          <p:nvPr/>
        </p:nvGrpSpPr>
        <p:grpSpPr>
          <a:xfrm>
            <a:off x="840128" y="4148758"/>
            <a:ext cx="8614288" cy="1113071"/>
            <a:chOff x="0" y="-38100"/>
            <a:chExt cx="4607064" cy="595289"/>
          </a:xfrm>
        </p:grpSpPr>
        <p:sp>
          <p:nvSpPr>
            <p:cNvPr id="252" name="Google Shape;252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0984"/>
            </a:solidFill>
            <a:ln>
              <a:noFill/>
            </a:ln>
          </p:spPr>
        </p:sp>
        <p:sp>
          <p:nvSpPr>
            <p:cNvPr id="253" name="Google Shape;253;p17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17"/>
          <p:cNvGrpSpPr/>
          <p:nvPr/>
        </p:nvGrpSpPr>
        <p:grpSpPr>
          <a:xfrm>
            <a:off x="840128" y="5709434"/>
            <a:ext cx="8614288" cy="1113071"/>
            <a:chOff x="0" y="-38100"/>
            <a:chExt cx="4607064" cy="595289"/>
          </a:xfrm>
        </p:grpSpPr>
        <p:sp>
          <p:nvSpPr>
            <p:cNvPr id="255" name="Google Shape;255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095E"/>
            </a:solidFill>
            <a:ln>
              <a:noFill/>
            </a:ln>
          </p:spPr>
        </p:sp>
        <p:sp>
          <p:nvSpPr>
            <p:cNvPr id="256" name="Google Shape;256;p17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p17"/>
          <p:cNvSpPr/>
          <p:nvPr/>
        </p:nvSpPr>
        <p:spPr>
          <a:xfrm>
            <a:off x="1744549" y="5971252"/>
            <a:ext cx="443539" cy="589420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7"/>
          <p:cNvSpPr/>
          <p:nvPr/>
        </p:nvSpPr>
        <p:spPr>
          <a:xfrm>
            <a:off x="1496494" y="4367779"/>
            <a:ext cx="752901" cy="752901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17"/>
          <p:cNvSpPr txBox="1"/>
          <p:nvPr/>
        </p:nvSpPr>
        <p:spPr>
          <a:xfrm>
            <a:off x="2387725" y="6035113"/>
            <a:ext cx="67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COUT PAR </a:t>
            </a:r>
            <a:r>
              <a:rPr b="1" lang="en-US" sz="299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CONVERSION MAJEURE</a:t>
            </a:r>
            <a:endParaRPr/>
          </a:p>
        </p:txBody>
      </p:sp>
      <p:sp>
        <p:nvSpPr>
          <p:cNvPr id="260" name="Google Shape;260;p17"/>
          <p:cNvSpPr txBox="1"/>
          <p:nvPr/>
        </p:nvSpPr>
        <p:spPr>
          <a:xfrm>
            <a:off x="2343762" y="4477653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CTR MOYEN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13891685" y="44783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14.18%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13891685" y="6039065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0,81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63" name="Google Shape;263;p17"/>
          <p:cNvSpPr txBox="1"/>
          <p:nvPr/>
        </p:nvSpPr>
        <p:spPr>
          <a:xfrm>
            <a:off x="10126535" y="46185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3.59%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10126535" y="6179265"/>
            <a:ext cx="3556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0,75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13891676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6" name="Google Shape;266;p17"/>
          <p:cNvSpPr txBox="1"/>
          <p:nvPr/>
        </p:nvSpPr>
        <p:spPr>
          <a:xfrm>
            <a:off x="10126525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"/>
          <p:cNvSpPr txBox="1"/>
          <p:nvPr/>
        </p:nvSpPr>
        <p:spPr>
          <a:xfrm>
            <a:off x="3196211" y="419260"/>
            <a:ext cx="11895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MICROSOFT ADS</a:t>
            </a:r>
            <a:endParaRPr sz="6700">
              <a:solidFill>
                <a:srgbClr val="FFFFFF"/>
              </a:solidFill>
              <a:latin typeface="Allerta Stencil"/>
              <a:ea typeface="Allerta Stencil"/>
              <a:cs typeface="Allerta Stencil"/>
              <a:sym typeface="Allerta Stencil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3" name="Google Shape;273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74" name="Google Shape;274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75" name="Google Shape;275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77" name="Google Shape;277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78" name="Google Shape;278;p18"/>
          <p:cNvCxnSpPr/>
          <p:nvPr/>
        </p:nvCxnSpPr>
        <p:spPr>
          <a:xfrm rot="10800000">
            <a:off x="14368500" y="2959875"/>
            <a:ext cx="21000" cy="5868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279" name="Google Shape;279;p18"/>
          <p:cNvGrpSpPr/>
          <p:nvPr/>
        </p:nvGrpSpPr>
        <p:grpSpPr>
          <a:xfrm>
            <a:off x="1001875" y="3521199"/>
            <a:ext cx="8614288" cy="984191"/>
            <a:chOff x="0" y="-38100"/>
            <a:chExt cx="4607064" cy="595289"/>
          </a:xfrm>
        </p:grpSpPr>
        <p:sp>
          <p:nvSpPr>
            <p:cNvPr id="280" name="Google Shape;28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5D05"/>
            </a:solidFill>
            <a:ln>
              <a:noFill/>
            </a:ln>
          </p:spPr>
        </p:sp>
        <p:sp>
          <p:nvSpPr>
            <p:cNvPr id="281" name="Google Shape;28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18"/>
          <p:cNvGrpSpPr/>
          <p:nvPr/>
        </p:nvGrpSpPr>
        <p:grpSpPr>
          <a:xfrm>
            <a:off x="1001875" y="4901144"/>
            <a:ext cx="8614288" cy="984191"/>
            <a:chOff x="0" y="-38100"/>
            <a:chExt cx="4607064" cy="595289"/>
          </a:xfrm>
        </p:grpSpPr>
        <p:sp>
          <p:nvSpPr>
            <p:cNvPr id="283" name="Google Shape;28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A20C"/>
            </a:solidFill>
            <a:ln>
              <a:noFill/>
            </a:ln>
          </p:spPr>
        </p:sp>
        <p:sp>
          <p:nvSpPr>
            <p:cNvPr id="284" name="Google Shape;284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18"/>
          <p:cNvSpPr/>
          <p:nvPr/>
        </p:nvSpPr>
        <p:spPr>
          <a:xfrm>
            <a:off x="2367569" y="5164155"/>
            <a:ext cx="443539" cy="521637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18"/>
          <p:cNvSpPr/>
          <p:nvPr/>
        </p:nvSpPr>
        <p:spPr>
          <a:xfrm>
            <a:off x="2196467" y="3730969"/>
            <a:ext cx="752901" cy="666317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0" y="0"/>
                </a:lnTo>
                <a:lnTo>
                  <a:pt x="752900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7" name="Google Shape;287;p18"/>
          <p:cNvGrpSpPr/>
          <p:nvPr/>
        </p:nvGrpSpPr>
        <p:grpSpPr>
          <a:xfrm>
            <a:off x="1001875" y="6277135"/>
            <a:ext cx="8614288" cy="984191"/>
            <a:chOff x="0" y="-38100"/>
            <a:chExt cx="4607064" cy="595289"/>
          </a:xfrm>
        </p:grpSpPr>
        <p:sp>
          <p:nvSpPr>
            <p:cNvPr id="288" name="Google Shape;288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BB21"/>
            </a:solidFill>
            <a:ln>
              <a:noFill/>
            </a:ln>
          </p:spPr>
        </p:sp>
        <p:sp>
          <p:nvSpPr>
            <p:cNvPr id="289" name="Google Shape;289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p18"/>
          <p:cNvSpPr/>
          <p:nvPr/>
        </p:nvSpPr>
        <p:spPr>
          <a:xfrm>
            <a:off x="2803605" y="6393830"/>
            <a:ext cx="762816" cy="868286"/>
          </a:xfrm>
          <a:custGeom>
            <a:rect b="b" l="l" r="r" t="t"/>
            <a:pathLst>
              <a:path extrusionOk="0" h="981114" w="762816">
                <a:moveTo>
                  <a:pt x="0" y="0"/>
                </a:moveTo>
                <a:lnTo>
                  <a:pt x="762816" y="0"/>
                </a:lnTo>
                <a:lnTo>
                  <a:pt x="762816" y="981114"/>
                </a:lnTo>
                <a:lnTo>
                  <a:pt x="0" y="981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1" name="Google Shape;291;p18"/>
          <p:cNvGrpSpPr/>
          <p:nvPr/>
        </p:nvGrpSpPr>
        <p:grpSpPr>
          <a:xfrm>
            <a:off x="1001875" y="7653124"/>
            <a:ext cx="8614288" cy="984191"/>
            <a:chOff x="0" y="-38100"/>
            <a:chExt cx="4607064" cy="595289"/>
          </a:xfrm>
        </p:grpSpPr>
        <p:sp>
          <p:nvSpPr>
            <p:cNvPr id="292" name="Google Shape;292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800"/>
            </a:solidFill>
            <a:ln>
              <a:noFill/>
            </a:ln>
          </p:spPr>
        </p:sp>
        <p:sp>
          <p:nvSpPr>
            <p:cNvPr id="293" name="Google Shape;293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18"/>
          <p:cNvSpPr/>
          <p:nvPr/>
        </p:nvSpPr>
        <p:spPr>
          <a:xfrm>
            <a:off x="2739685" y="7859289"/>
            <a:ext cx="752901" cy="666317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0" y="0"/>
                </a:lnTo>
                <a:lnTo>
                  <a:pt x="752900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18"/>
          <p:cNvSpPr txBox="1"/>
          <p:nvPr/>
        </p:nvSpPr>
        <p:spPr>
          <a:xfrm>
            <a:off x="2567959" y="5196421"/>
            <a:ext cx="623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Microsoft ADS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2505507" y="3812008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Impressions Microsoft ADS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2949366" y="6575941"/>
            <a:ext cx="51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Coût Microsoft ADS</a:t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3566420" y="7951931"/>
            <a:ext cx="40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Coût par clic Moyen</a:t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14405175" y="339672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17 648</a:t>
            </a:r>
            <a:endParaRPr sz="4000"/>
          </a:p>
        </p:txBody>
      </p:sp>
      <p:sp>
        <p:nvSpPr>
          <p:cNvPr id="300" name="Google Shape;300;p18"/>
          <p:cNvSpPr txBox="1"/>
          <p:nvPr/>
        </p:nvSpPr>
        <p:spPr>
          <a:xfrm>
            <a:off x="14405174" y="4957400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234</a:t>
            </a:r>
            <a:endParaRPr sz="4000"/>
          </a:p>
        </p:txBody>
      </p:sp>
      <p:sp>
        <p:nvSpPr>
          <p:cNvPr id="301" name="Google Shape;301;p18"/>
          <p:cNvSpPr txBox="1"/>
          <p:nvPr/>
        </p:nvSpPr>
        <p:spPr>
          <a:xfrm>
            <a:off x="14405174" y="651552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60,86</a:t>
            </a: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02" name="Google Shape;302;p18"/>
          <p:cNvSpPr txBox="1"/>
          <p:nvPr/>
        </p:nvSpPr>
        <p:spPr>
          <a:xfrm>
            <a:off x="14405174" y="807407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0,26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03" name="Google Shape;303;p18"/>
          <p:cNvSpPr txBox="1"/>
          <p:nvPr/>
        </p:nvSpPr>
        <p:spPr>
          <a:xfrm>
            <a:off x="9834324" y="3396725"/>
            <a:ext cx="433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5 444</a:t>
            </a:r>
            <a:endParaRPr sz="4000"/>
          </a:p>
        </p:txBody>
      </p:sp>
      <p:sp>
        <p:nvSpPr>
          <p:cNvPr id="304" name="Google Shape;304;p18"/>
          <p:cNvSpPr txBox="1"/>
          <p:nvPr/>
        </p:nvSpPr>
        <p:spPr>
          <a:xfrm>
            <a:off x="9834323" y="4957400"/>
            <a:ext cx="433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120</a:t>
            </a:r>
            <a:endParaRPr sz="4000"/>
          </a:p>
        </p:txBody>
      </p:sp>
      <p:sp>
        <p:nvSpPr>
          <p:cNvPr id="305" name="Google Shape;305;p18"/>
          <p:cNvSpPr txBox="1"/>
          <p:nvPr/>
        </p:nvSpPr>
        <p:spPr>
          <a:xfrm>
            <a:off x="9834323" y="6515525"/>
            <a:ext cx="44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52,89</a:t>
            </a: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06" name="Google Shape;306;p18"/>
          <p:cNvSpPr txBox="1"/>
          <p:nvPr/>
        </p:nvSpPr>
        <p:spPr>
          <a:xfrm>
            <a:off x="9834323" y="8074075"/>
            <a:ext cx="44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0,44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07" name="Google Shape;307;p18"/>
          <p:cNvSpPr txBox="1"/>
          <p:nvPr/>
        </p:nvSpPr>
        <p:spPr>
          <a:xfrm>
            <a:off x="14405176" y="2779350"/>
            <a:ext cx="37980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8" name="Google Shape;308;p18"/>
          <p:cNvSpPr txBox="1"/>
          <p:nvPr/>
        </p:nvSpPr>
        <p:spPr>
          <a:xfrm>
            <a:off x="10515313" y="2647850"/>
            <a:ext cx="367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309" name="Google Shape;309;p18" title="Microsoft-Advertising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06300" y="525126"/>
            <a:ext cx="4475400" cy="2519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19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315" name="Google Shape;315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16" name="Google Shape;316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7" name="Google Shape;317;p19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19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19" name="Google Shape;319;p19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20" name="Google Shape;320;p19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321" name="Google Shape;321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22" name="Google Shape;322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3" name="Google Shape;323;p19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24" name="Google Shape;324;p19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325" name="Google Shape;325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26" name="Google Shape;326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19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28" name="Google Shape;328;p19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329" name="Google Shape;329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30" name="Google Shape;330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19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32" name="Google Shape;332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3" name="Google Shape;333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34" name="Google Shape;334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35" name="Google Shape;335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37" name="Google Shape;337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38" name="Google Shape;338;p19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39" name="Google Shape;339;p19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341" name="Google Shape;341;p19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1 414,84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42" name="Google Shape;342;p19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1 049,07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3" name="Google Shape;343;p19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304,91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4" name="Google Shape;344;p19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1 441,87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45" name="Google Shape;345;p19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1 047,74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341,24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1,06€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1,02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0" name="Google Shape;350;p19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1" name="Google Shape;351;p19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7" name="Google Shape;357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8" name="Google Shape;358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9" name="Google Shape;359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60" name="Google Shape;360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61" name="Google Shape;361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