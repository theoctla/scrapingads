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1" Type="http://schemas.openxmlformats.org/officeDocument/2006/relationships/image" Target="../media/image12.png"/><Relationship Id="rId10" Type="http://schemas.openxmlformats.org/officeDocument/2006/relationships/image" Target="../media/image10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1" Type="http://schemas.openxmlformats.org/officeDocument/2006/relationships/image" Target="../media/image12.png"/><Relationship Id="rId10" Type="http://schemas.openxmlformats.org/officeDocument/2006/relationships/image" Target="../media/image19.png"/><Relationship Id="rId9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10" Type="http://schemas.openxmlformats.org/officeDocument/2006/relationships/image" Target="../media/image12.png"/><Relationship Id="rId9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179734" y="7682265"/>
            <a:ext cx="6503913" cy="867279"/>
            <a:chOff x="0" y="-57150"/>
            <a:chExt cx="4607064" cy="61433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3219027" y="7926725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3027664" y="7939970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2179734" y="6159059"/>
            <a:ext cx="6456348" cy="860936"/>
            <a:chOff x="0" y="-57150"/>
            <a:chExt cx="4607064" cy="614339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2795554" y="631781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3144760" y="6394911"/>
            <a:ext cx="4953854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" name="Google Shape;13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1" name="Google Shape;131;p14"/>
          <p:cNvGrpSpPr/>
          <p:nvPr/>
        </p:nvGrpSpPr>
        <p:grpSpPr>
          <a:xfrm>
            <a:off x="2179734" y="9106570"/>
            <a:ext cx="6503913" cy="867279"/>
            <a:chOff x="0" y="-57150"/>
            <a:chExt cx="4607064" cy="61433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/>
          <p:nvPr/>
        </p:nvSpPr>
        <p:spPr>
          <a:xfrm>
            <a:off x="3219027" y="9327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4"/>
          <p:cNvSpPr txBox="1"/>
          <p:nvPr/>
        </p:nvSpPr>
        <p:spPr>
          <a:xfrm>
            <a:off x="3637500" y="936427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GOOGLE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008125" y="779681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929750" y="625440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3929750" y="9187788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9303225" y="7796813"/>
            <a:ext cx="3273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9303250" y="468840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303250" y="6254400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331425" y="9161000"/>
            <a:ext cx="32169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03250" y="314265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{{diff_alllast}}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8" name="Google Shape;16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78" name="Google Shape;178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80" name="Google Shape;180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{{ctrG}}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{{searchGtotal}}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{{coutGtotal}}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{{cpcGtotal}}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{{ctrGtotal}}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3" name="Google Shape;193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94" name="Google Shape;19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5" name="Google Shape;19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00" name="Google Shape;200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9" name="Google Shape;209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17" name="Google Shape;217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19" name="Google Shape;21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20" name="Google Shape;220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30" name="Google Shape;230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" name="Google Shape;231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2" name="Google Shape;232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{{imprMlastlast}}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{{ctrMlast}}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5" name="Google Shape;245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46" name="Google Shape;24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7" name="Google Shape;247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53" name="Google Shape;253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/>
          <p:nvPr/>
        </p:nvSpPr>
        <p:spPr>
          <a:xfrm>
            <a:off x="611870" y="34075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/>
          <p:nvPr/>
        </p:nvSpPr>
        <p:spPr>
          <a:xfrm>
            <a:off x="4487086" y="38712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7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66" name="Google Shape;266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67" name="Google Shape;26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8" name="Google Shape;26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7"/>
          <p:cNvSpPr txBox="1"/>
          <p:nvPr/>
        </p:nvSpPr>
        <p:spPr>
          <a:xfrm>
            <a:off x="4098276" y="5285841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Générés</a:t>
            </a:r>
            <a:endParaRPr/>
          </a:p>
        </p:txBody>
      </p:sp>
      <p:grpSp>
        <p:nvGrpSpPr>
          <p:cNvPr id="270" name="Google Shape;270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71" name="Google Shape;27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2" name="Google Shape;272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7"/>
          <p:cNvSpPr txBox="1"/>
          <p:nvPr/>
        </p:nvSpPr>
        <p:spPr>
          <a:xfrm>
            <a:off x="4098276" y="6594815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Qualifiés</a:t>
            </a:r>
            <a:endParaRPr/>
          </a:p>
        </p:txBody>
      </p:sp>
      <p:grpSp>
        <p:nvGrpSpPr>
          <p:cNvPr id="275" name="Google Shape;275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76" name="Google Shape;27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7" name="Google Shape;27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7"/>
          <p:cNvSpPr txBox="1"/>
          <p:nvPr/>
        </p:nvSpPr>
        <p:spPr>
          <a:xfrm>
            <a:off x="4205425" y="7972642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CPL</a:t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2" name="Google Shape;28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4" name="Google Shape;28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5" name="Google Shape;285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6" name="Google Shape;286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{{forms}}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{{cplT}}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0113025" y="3729400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{{coutTlast}}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10112975" y="5092475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{{formslast}}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10112975" y="7877700"/>
            <a:ext cx="3133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{{cplTlast}}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98" name="Google Shape;298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46350" y="7873938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