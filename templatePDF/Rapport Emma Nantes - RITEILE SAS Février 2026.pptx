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4.jp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18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Emma Nantes - RITEILE SAS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1117627" y="3682850"/>
            <a:ext cx="6833197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1117627" y="5292520"/>
            <a:ext cx="6833197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1636077" y="3872609"/>
            <a:ext cx="596861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887311" y="5369140"/>
            <a:ext cx="738736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2269265" y="3912182"/>
            <a:ext cx="4872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2269248" y="5569236"/>
            <a:ext cx="51195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3" name="Google Shape;113;p14"/>
          <p:cNvGrpSpPr/>
          <p:nvPr/>
        </p:nvGrpSpPr>
        <p:grpSpPr>
          <a:xfrm>
            <a:off x="989087" y="6835007"/>
            <a:ext cx="6782980" cy="860935"/>
            <a:chOff x="0" y="-57150"/>
            <a:chExt cx="4607064" cy="614339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5" name="Google Shape;115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4"/>
          <p:cNvSpPr/>
          <p:nvPr/>
        </p:nvSpPr>
        <p:spPr>
          <a:xfrm>
            <a:off x="1636077" y="6993767"/>
            <a:ext cx="733334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4"/>
          <p:cNvSpPr txBox="1"/>
          <p:nvPr/>
        </p:nvSpPr>
        <p:spPr>
          <a:xfrm>
            <a:off x="2002959" y="7070859"/>
            <a:ext cx="52047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5" name="Google Shape;125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13994675" y="537776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912,03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3916300" y="6943763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558,8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3916300" y="3832013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241 490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473176" y="5364351"/>
            <a:ext cx="4065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913,6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8240150" y="6930350"/>
            <a:ext cx="4298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602,24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473176" y="3818600"/>
            <a:ext cx="4065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251 525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3" name="Google Shape;143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4" name="Google Shape;164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125 616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4 665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912,03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9.89%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127 671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5 973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913,6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0,15 €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10.01%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6" name="Google Shape;186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97" name="Google Shape;19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12" name="Google Shape;212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115 874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3 063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558,8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0,18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2.64%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123 854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4 150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602,24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0,15 €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3.35%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1" name="Google Shape;23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39" name="Google Shape;239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7"/>
          <p:cNvGrpSpPr/>
          <p:nvPr/>
        </p:nvGrpSpPr>
        <p:grpSpPr>
          <a:xfrm>
            <a:off x="1761561" y="3614819"/>
            <a:ext cx="6762709" cy="873825"/>
            <a:chOff x="0" y="-38100"/>
            <a:chExt cx="4607064" cy="595289"/>
          </a:xfrm>
        </p:grpSpPr>
        <p:sp>
          <p:nvSpPr>
            <p:cNvPr id="246" name="Google Shape;24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47" name="Google Shape;24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7"/>
          <p:cNvSpPr/>
          <p:nvPr/>
        </p:nvSpPr>
        <p:spPr>
          <a:xfrm>
            <a:off x="3222136" y="382614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7"/>
          <p:cNvSpPr txBox="1"/>
          <p:nvPr/>
        </p:nvSpPr>
        <p:spPr>
          <a:xfrm>
            <a:off x="2989298" y="385650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51" name="Google Shape;251;p17"/>
          <p:cNvGrpSpPr/>
          <p:nvPr/>
        </p:nvGrpSpPr>
        <p:grpSpPr>
          <a:xfrm>
            <a:off x="1863051" y="5035150"/>
            <a:ext cx="6456339" cy="834238"/>
            <a:chOff x="0" y="-38100"/>
            <a:chExt cx="4607064" cy="595289"/>
          </a:xfrm>
        </p:grpSpPr>
        <p:sp>
          <p:nvSpPr>
            <p:cNvPr id="252" name="Google Shape;25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53" name="Google Shape;253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7"/>
          <p:cNvSpPr txBox="1"/>
          <p:nvPr/>
        </p:nvSpPr>
        <p:spPr>
          <a:xfrm>
            <a:off x="2833326" y="524072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 b="1" sz="2386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5" name="Google Shape;255;p17"/>
          <p:cNvGrpSpPr/>
          <p:nvPr/>
        </p:nvGrpSpPr>
        <p:grpSpPr>
          <a:xfrm>
            <a:off x="1761549" y="6370836"/>
            <a:ext cx="6456339" cy="834238"/>
            <a:chOff x="0" y="-38100"/>
            <a:chExt cx="4607064" cy="595289"/>
          </a:xfrm>
        </p:grpSpPr>
        <p:sp>
          <p:nvSpPr>
            <p:cNvPr id="256" name="Google Shape;25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7" name="Google Shape;25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3005112" y="64856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7"/>
          <p:cNvSpPr txBox="1"/>
          <p:nvPr/>
        </p:nvSpPr>
        <p:spPr>
          <a:xfrm>
            <a:off x="2680151" y="655554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Itinéraires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2" name="Google Shape;26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3" name="Google Shape;26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6" name="Google Shape;266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7" name="Google Shape;26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1 470,83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3921400" y="649630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1 569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8848092" y="368430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1 515,84 €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8848025" y="50473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63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8848025" y="6458350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2 291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3287485" y="5268530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277" name="Google Shape;277;p17"/>
          <p:cNvGrpSpPr/>
          <p:nvPr/>
        </p:nvGrpSpPr>
        <p:grpSpPr>
          <a:xfrm>
            <a:off x="1761549" y="7706511"/>
            <a:ext cx="6456339" cy="834238"/>
            <a:chOff x="0" y="-38100"/>
            <a:chExt cx="4607064" cy="595289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7"/>
          <p:cNvSpPr txBox="1"/>
          <p:nvPr/>
        </p:nvSpPr>
        <p:spPr>
          <a:xfrm>
            <a:off x="2669076" y="797959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</a:t>
            </a:r>
            <a:endParaRPr/>
          </a:p>
        </p:txBody>
      </p:sp>
      <p:pic>
        <p:nvPicPr>
          <p:cNvPr id="281" name="Google Shape;281;p17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8200" y="78703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 txBox="1"/>
          <p:nvPr/>
        </p:nvSpPr>
        <p:spPr>
          <a:xfrm>
            <a:off x="8851675" y="778942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0,64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3590475" y="7907275"/>
            <a:ext cx="4235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0,90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