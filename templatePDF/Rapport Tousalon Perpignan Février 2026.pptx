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nton"/>
      <p:regular r:id="rId15"/>
    </p:embeddedFont>
    <p:embeddedFont>
      <p:font typeface="Poppins"/>
      <p:bold r:id="rId16"/>
      <p:boldItalic r:id="rId17"/>
    </p:embeddedFont>
    <p:embeddedFont>
      <p:font typeface="Allerta Stencil"/>
      <p:regular r:id="rId18"/>
    </p:embeddedFont>
    <p:embeddedFont>
      <p:font typeface="DM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AllertaStenci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56f6dbf6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56f6dbf6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3.jp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0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27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0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Tousalon Perpignan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13 764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261 977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11 905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273 286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550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151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123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136 315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1 025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1 658,08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0,21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128 569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1 232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1 673,86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0,21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6 741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6 810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595763"/>
            <a:ext cx="6710189" cy="797985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714635"/>
            <a:ext cx="6710189" cy="797985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830302"/>
            <a:ext cx="6710189" cy="797985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762796"/>
            <a:ext cx="630289" cy="549231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946489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Convertible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831035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6057542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Canapes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870651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991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989521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1 242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6106575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991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959975" y="8309449"/>
            <a:ext cx="6710189" cy="846739"/>
            <a:chOff x="0" y="-38100"/>
            <a:chExt cx="4607064" cy="59528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3" name="Google Shape;22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6"/>
          <p:cNvSpPr/>
          <p:nvPr/>
        </p:nvSpPr>
        <p:spPr>
          <a:xfrm>
            <a:off x="1643717" y="8555666"/>
            <a:ext cx="405640" cy="448558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2048846" y="8554194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959975" y="7038864"/>
            <a:ext cx="6710189" cy="846739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1559501" y="7205483"/>
            <a:ext cx="688568" cy="572969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2088904" y="7283607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1" name="Google Shape;231;p16"/>
          <p:cNvSpPr txBox="1"/>
          <p:nvPr/>
        </p:nvSpPr>
        <p:spPr>
          <a:xfrm>
            <a:off x="13314923" y="8565114"/>
            <a:ext cx="40131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13 764</a:t>
            </a:r>
            <a:endParaRPr sz="1263"/>
          </a:p>
        </p:txBody>
      </p:sp>
      <p:sp>
        <p:nvSpPr>
          <p:cNvPr id="232" name="Google Shape;232;p16"/>
          <p:cNvSpPr txBox="1"/>
          <p:nvPr/>
        </p:nvSpPr>
        <p:spPr>
          <a:xfrm>
            <a:off x="13314923" y="7200253"/>
            <a:ext cx="40131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261 977</a:t>
            </a:r>
            <a:endParaRPr sz="1263"/>
          </a:p>
        </p:txBody>
      </p:sp>
      <p:sp>
        <p:nvSpPr>
          <p:cNvPr id="233" name="Google Shape;233;p16"/>
          <p:cNvSpPr txBox="1"/>
          <p:nvPr/>
        </p:nvSpPr>
        <p:spPr>
          <a:xfrm>
            <a:off x="8185048" y="8554204"/>
            <a:ext cx="38961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11 905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8161953" y="7200261"/>
            <a:ext cx="41664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273 286</a:t>
            </a:r>
            <a:endParaRPr sz="1263"/>
          </a:p>
        </p:txBody>
      </p:sp>
      <p:pic>
        <p:nvPicPr>
          <p:cNvPr id="235" name="Google Shape;235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895613"/>
            <a:ext cx="789600" cy="72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864157"/>
            <a:ext cx="609600" cy="5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037200" y="3871555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616</a:t>
            </a:r>
            <a:endParaRPr sz="1727"/>
          </a:p>
        </p:txBody>
      </p:sp>
      <p:sp>
        <p:nvSpPr>
          <p:cNvPr id="238" name="Google Shape;238;p16"/>
          <p:cNvSpPr txBox="1"/>
          <p:nvPr/>
        </p:nvSpPr>
        <p:spPr>
          <a:xfrm>
            <a:off x="8037200" y="4990426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1 449</a:t>
            </a:r>
            <a:endParaRPr sz="1727"/>
          </a:p>
        </p:txBody>
      </p:sp>
      <p:sp>
        <p:nvSpPr>
          <p:cNvPr id="239" name="Google Shape;239;p16"/>
          <p:cNvSpPr txBox="1"/>
          <p:nvPr/>
        </p:nvSpPr>
        <p:spPr>
          <a:xfrm>
            <a:off x="8037200" y="610747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840</a:t>
            </a:r>
            <a:endParaRPr sz="1727"/>
          </a:p>
        </p:txBody>
      </p:sp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122 915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5 928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556,5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141 713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3 759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618,5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4.82%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3,11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2.65%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3,55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/>
        </p:nvSpPr>
        <p:spPr>
          <a:xfrm>
            <a:off x="3196211" y="419260"/>
            <a:ext cx="1189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MICROSOFT ADS</a:t>
            </a:r>
            <a:endParaRPr sz="67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p19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3" name="Google Shape;323;p19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9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25" name="Google Shape;325;p19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6" name="Google Shape;326;p19"/>
          <p:cNvCxnSpPr/>
          <p:nvPr/>
        </p:nvCxnSpPr>
        <p:spPr>
          <a:xfrm rot="10800000">
            <a:off x="14368500" y="2959875"/>
            <a:ext cx="21000" cy="5868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27" name="Google Shape;327;p19"/>
          <p:cNvGrpSpPr/>
          <p:nvPr/>
        </p:nvGrpSpPr>
        <p:grpSpPr>
          <a:xfrm>
            <a:off x="1001875" y="3521199"/>
            <a:ext cx="8614288" cy="984191"/>
            <a:chOff x="0" y="-38100"/>
            <a:chExt cx="4607064" cy="595289"/>
          </a:xfrm>
        </p:grpSpPr>
        <p:sp>
          <p:nvSpPr>
            <p:cNvPr id="328" name="Google Shape;32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5D05"/>
            </a:solidFill>
            <a:ln>
              <a:noFill/>
            </a:ln>
          </p:spPr>
        </p:sp>
        <p:sp>
          <p:nvSpPr>
            <p:cNvPr id="329" name="Google Shape;329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1001875" y="4901144"/>
            <a:ext cx="8614288" cy="984191"/>
            <a:chOff x="0" y="-38100"/>
            <a:chExt cx="4607064" cy="595289"/>
          </a:xfrm>
        </p:grpSpPr>
        <p:sp>
          <p:nvSpPr>
            <p:cNvPr id="331" name="Google Shape;33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A20C"/>
            </a:solidFill>
            <a:ln>
              <a:noFill/>
            </a:ln>
          </p:spPr>
        </p:sp>
        <p:sp>
          <p:nvSpPr>
            <p:cNvPr id="332" name="Google Shape;33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9"/>
          <p:cNvSpPr/>
          <p:nvPr/>
        </p:nvSpPr>
        <p:spPr>
          <a:xfrm>
            <a:off x="2367569" y="5164155"/>
            <a:ext cx="443539" cy="521637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9"/>
          <p:cNvSpPr/>
          <p:nvPr/>
        </p:nvSpPr>
        <p:spPr>
          <a:xfrm>
            <a:off x="2196467" y="373096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5" name="Google Shape;335;p19"/>
          <p:cNvGrpSpPr/>
          <p:nvPr/>
        </p:nvGrpSpPr>
        <p:grpSpPr>
          <a:xfrm>
            <a:off x="1001875" y="6277135"/>
            <a:ext cx="8614288" cy="984191"/>
            <a:chOff x="0" y="-38100"/>
            <a:chExt cx="4607064" cy="595289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B21"/>
            </a:solidFill>
            <a:ln>
              <a:noFill/>
            </a:ln>
          </p:spPr>
        </p:sp>
        <p:sp>
          <p:nvSpPr>
            <p:cNvPr id="337" name="Google Shape;337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19"/>
          <p:cNvSpPr/>
          <p:nvPr/>
        </p:nvSpPr>
        <p:spPr>
          <a:xfrm>
            <a:off x="2803605" y="6393830"/>
            <a:ext cx="762816" cy="868286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9" name="Google Shape;339;p19"/>
          <p:cNvGrpSpPr/>
          <p:nvPr/>
        </p:nvGrpSpPr>
        <p:grpSpPr>
          <a:xfrm>
            <a:off x="1001875" y="7653124"/>
            <a:ext cx="8614288" cy="984191"/>
            <a:chOff x="0" y="-38100"/>
            <a:chExt cx="4607064" cy="595289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800"/>
            </a:solidFill>
            <a:ln>
              <a:noFill/>
            </a:ln>
          </p:spPr>
        </p:sp>
        <p:sp>
          <p:nvSpPr>
            <p:cNvPr id="341" name="Google Shape;341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9"/>
          <p:cNvSpPr/>
          <p:nvPr/>
        </p:nvSpPr>
        <p:spPr>
          <a:xfrm>
            <a:off x="2739685" y="785928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9"/>
          <p:cNvSpPr txBox="1"/>
          <p:nvPr/>
        </p:nvSpPr>
        <p:spPr>
          <a:xfrm>
            <a:off x="2567959" y="5196421"/>
            <a:ext cx="62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Microsoft ADS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2505507" y="3812008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Impressions Microsoft ADS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2949366" y="6575941"/>
            <a:ext cx="51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Microsoft ADS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3566420" y="7951931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par clic Moyen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4405175" y="33967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2 747</a:t>
            </a:r>
            <a:endParaRPr sz="4000"/>
          </a:p>
        </p:txBody>
      </p:sp>
      <p:sp>
        <p:nvSpPr>
          <p:cNvPr id="348" name="Google Shape;348;p19"/>
          <p:cNvSpPr txBox="1"/>
          <p:nvPr/>
        </p:nvSpPr>
        <p:spPr>
          <a:xfrm>
            <a:off x="14405174" y="49574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</a:t>
            </a:r>
            <a:endParaRPr sz="4000"/>
          </a:p>
        </p:txBody>
      </p:sp>
      <p:sp>
        <p:nvSpPr>
          <p:cNvPr id="349" name="Google Shape;349;p19"/>
          <p:cNvSpPr txBox="1"/>
          <p:nvPr/>
        </p:nvSpPr>
        <p:spPr>
          <a:xfrm>
            <a:off x="14405174" y="65155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89,28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0" name="Google Shape;350;p19"/>
          <p:cNvSpPr txBox="1"/>
          <p:nvPr/>
        </p:nvSpPr>
        <p:spPr>
          <a:xfrm>
            <a:off x="14405174" y="807407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1,28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1" name="Google Shape;351;p19"/>
          <p:cNvSpPr txBox="1"/>
          <p:nvPr/>
        </p:nvSpPr>
        <p:spPr>
          <a:xfrm>
            <a:off x="9834324" y="3396725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3 004</a:t>
            </a:r>
            <a:endParaRPr sz="4000"/>
          </a:p>
        </p:txBody>
      </p:sp>
      <p:sp>
        <p:nvSpPr>
          <p:cNvPr id="352" name="Google Shape;352;p19"/>
          <p:cNvSpPr txBox="1"/>
          <p:nvPr/>
        </p:nvSpPr>
        <p:spPr>
          <a:xfrm>
            <a:off x="9834323" y="4957400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104</a:t>
            </a:r>
            <a:endParaRPr sz="4000"/>
          </a:p>
        </p:txBody>
      </p:sp>
      <p:sp>
        <p:nvSpPr>
          <p:cNvPr id="353" name="Google Shape;353;p19"/>
          <p:cNvSpPr txBox="1"/>
          <p:nvPr/>
        </p:nvSpPr>
        <p:spPr>
          <a:xfrm>
            <a:off x="9834323" y="651552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87,76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4" name="Google Shape;354;p19"/>
          <p:cNvSpPr txBox="1"/>
          <p:nvPr/>
        </p:nvSpPr>
        <p:spPr>
          <a:xfrm>
            <a:off x="9834323" y="807407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0,84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5" name="Google Shape;355;p19"/>
          <p:cNvSpPr txBox="1"/>
          <p:nvPr/>
        </p:nvSpPr>
        <p:spPr>
          <a:xfrm>
            <a:off x="14405176" y="2779350"/>
            <a:ext cx="379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0515313" y="2647850"/>
            <a:ext cx="367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57" name="Google Shape;357;p19" title="Microsoft-Advertising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6300" y="525126"/>
            <a:ext cx="4475400" cy="251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0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63" name="Google Shape;363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64" name="Google Shape;364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20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20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68" name="Google Shape;368;p20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69" name="Google Shape;369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70" name="Google Shape;370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20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72" name="Google Shape;372;p20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73" name="Google Shape;373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4" name="Google Shape;374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0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76" name="Google Shape;376;p20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77" name="Google Shape;377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78" name="Google Shape;378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0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1" name="Google Shape;381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82" name="Google Shape;382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83" name="Google Shape;383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0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85" name="Google Shape;385;p20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6" name="Google Shape;386;p20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7" name="Google Shape;387;p20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2 303,86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1 658,08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556,5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2 380,12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1 673,86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618,5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3,28€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3,35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20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20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1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1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7" name="Google Shape;407;p21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08" name="Google Shape;408;p21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09" name="Google Shape;409;p21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