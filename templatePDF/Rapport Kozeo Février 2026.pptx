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8.jp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2.png"/><Relationship Id="rId11" Type="http://schemas.openxmlformats.org/officeDocument/2006/relationships/image" Target="../media/image13.png"/><Relationship Id="rId10" Type="http://schemas.openxmlformats.org/officeDocument/2006/relationships/image" Target="../media/image7.png"/><Relationship Id="rId9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2.png"/><Relationship Id="rId11" Type="http://schemas.openxmlformats.org/officeDocument/2006/relationships/image" Target="../media/image13.png"/><Relationship Id="rId10" Type="http://schemas.openxmlformats.org/officeDocument/2006/relationships/image" Target="../media/image20.png"/><Relationship Id="rId9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10" Type="http://schemas.openxmlformats.org/officeDocument/2006/relationships/image" Target="../media/image13.png"/><Relationship Id="rId9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Kozeo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302081" y="3006904"/>
            <a:ext cx="6503913" cy="867279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2179734" y="7682265"/>
            <a:ext cx="6503913" cy="867279"/>
            <a:chOff x="0" y="-57150"/>
            <a:chExt cx="4607064" cy="61433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2302081" y="4616572"/>
            <a:ext cx="6503913" cy="840386"/>
            <a:chOff x="0" y="-38100"/>
            <a:chExt cx="4607064" cy="595289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4"/>
          <p:cNvSpPr/>
          <p:nvPr/>
        </p:nvSpPr>
        <p:spPr>
          <a:xfrm>
            <a:off x="3219027" y="7926725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/>
          <p:nvPr/>
        </p:nvSpPr>
        <p:spPr>
          <a:xfrm>
            <a:off x="2795554" y="3196664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4"/>
          <p:cNvSpPr/>
          <p:nvPr/>
        </p:nvSpPr>
        <p:spPr>
          <a:xfrm>
            <a:off x="3034684" y="4693193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4"/>
          <p:cNvSpPr txBox="1"/>
          <p:nvPr/>
        </p:nvSpPr>
        <p:spPr>
          <a:xfrm>
            <a:off x="3027664" y="7939970"/>
            <a:ext cx="4703835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META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398236" y="3236237"/>
            <a:ext cx="4637613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398220" y="4893289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grpSp>
        <p:nvGrpSpPr>
          <p:cNvPr id="118" name="Google Shape;118;p14"/>
          <p:cNvGrpSpPr/>
          <p:nvPr/>
        </p:nvGrpSpPr>
        <p:grpSpPr>
          <a:xfrm>
            <a:off x="2179734" y="6159059"/>
            <a:ext cx="6456348" cy="860936"/>
            <a:chOff x="0" y="-57150"/>
            <a:chExt cx="4607064" cy="614339"/>
          </a:xfrm>
        </p:grpSpPr>
        <p:sp>
          <p:nvSpPr>
            <p:cNvPr id="119" name="Google Shape;119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0" name="Google Shape;120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4"/>
          <p:cNvSpPr/>
          <p:nvPr/>
        </p:nvSpPr>
        <p:spPr>
          <a:xfrm>
            <a:off x="2795554" y="631781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4"/>
          <p:cNvSpPr txBox="1"/>
          <p:nvPr/>
        </p:nvSpPr>
        <p:spPr>
          <a:xfrm>
            <a:off x="3144760" y="6394911"/>
            <a:ext cx="4953854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5" name="Google Shape;125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26" name="Google Shape;126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27" name="Google Shape;127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30" name="Google Shape;130;p14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31" name="Google Shape;131;p14"/>
          <p:cNvGrpSpPr/>
          <p:nvPr/>
        </p:nvGrpSpPr>
        <p:grpSpPr>
          <a:xfrm>
            <a:off x="2179734" y="9106570"/>
            <a:ext cx="6503913" cy="867279"/>
            <a:chOff x="0" y="-57150"/>
            <a:chExt cx="4607064" cy="614339"/>
          </a:xfrm>
        </p:grpSpPr>
        <p:sp>
          <p:nvSpPr>
            <p:cNvPr id="132" name="Google Shape;13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33" name="Google Shape;133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4"/>
          <p:cNvSpPr/>
          <p:nvPr/>
        </p:nvSpPr>
        <p:spPr>
          <a:xfrm>
            <a:off x="3219027" y="9327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14"/>
          <p:cNvSpPr txBox="1"/>
          <p:nvPr/>
        </p:nvSpPr>
        <p:spPr>
          <a:xfrm>
            <a:off x="3637500" y="936427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GOOGLE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4008125" y="7796813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4008125" y="4688400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1 718,52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13929750" y="6254400"/>
            <a:ext cx="3895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747,53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3929750" y="9187788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13929750" y="3142650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155 380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13929751" y="254570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9303225" y="254570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9303225" y="7796813"/>
            <a:ext cx="32733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9303250" y="4688400"/>
            <a:ext cx="32733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1 815,74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9303250" y="6254400"/>
            <a:ext cx="32733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788</a:t>
            </a:r>
            <a:r>
              <a:rPr b="0" i="0" lang="en-US" sz="4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9331425" y="9161000"/>
            <a:ext cx="32169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9303250" y="3142650"/>
            <a:ext cx="32733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255 534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7" name="Google Shape;157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61" name="Google Shape;16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62" name="Google Shape;162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64" name="Google Shape;16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65" name="Google Shape;165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67" name="Google Shape;16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68" name="Google Shape;168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5"/>
          <p:cNvSpPr/>
          <p:nvPr/>
        </p:nvSpPr>
        <p:spPr>
          <a:xfrm>
            <a:off x="3943095" y="483679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15"/>
          <p:cNvSpPr/>
          <p:nvPr/>
        </p:nvSpPr>
        <p:spPr>
          <a:xfrm>
            <a:off x="3380537" y="35461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15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3540120" y="8850072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78" name="Google Shape;178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9" name="Google Shape;179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80" name="Google Shape;180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41 854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827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1 718,52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2,08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1.97%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9499325" y="34169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149 694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9499325" y="46383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1 446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9531125" y="8615675"/>
            <a:ext cx="29748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1 815,74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9651736" y="7264316"/>
            <a:ext cx="2854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1,26 €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651725" y="5988500"/>
            <a:ext cx="2854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1.54%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3" name="Google Shape;193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94" name="Google Shape;194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95" name="Google Shape;195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5"/>
          <p:cNvSpPr/>
          <p:nvPr/>
        </p:nvSpPr>
        <p:spPr>
          <a:xfrm>
            <a:off x="375874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5"/>
          <p:cNvSpPr txBox="1"/>
          <p:nvPr/>
        </p:nvSpPr>
        <p:spPr>
          <a:xfrm>
            <a:off x="3689920" y="6089968"/>
            <a:ext cx="48729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00" name="Google Shape;200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05725" y="73270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93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/>
          <p:nvPr/>
        </p:nvSpPr>
        <p:spPr>
          <a:xfrm>
            <a:off x="-31750" y="17031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9" name="Google Shape;209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6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213" name="Google Shape;213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14" name="Google Shape;214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16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216" name="Google Shape;216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17" name="Google Shape;217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16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219" name="Google Shape;21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20" name="Google Shape;220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16"/>
          <p:cNvSpPr/>
          <p:nvPr/>
        </p:nvSpPr>
        <p:spPr>
          <a:xfrm>
            <a:off x="4086333" y="48445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6"/>
          <p:cNvSpPr/>
          <p:nvPr/>
        </p:nvSpPr>
        <p:spPr>
          <a:xfrm>
            <a:off x="3548387" y="35616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6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3540120" y="888851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30" name="Google Shape;230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1" name="Google Shape;231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32" name="Google Shape;232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113 526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1 272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13314025" y="8646925"/>
            <a:ext cx="3817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747,53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0,59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1.12%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9505650" y="337322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105 840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9505650" y="459460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1 240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16"/>
          <p:cNvSpPr txBox="1"/>
          <p:nvPr/>
        </p:nvSpPr>
        <p:spPr>
          <a:xfrm>
            <a:off x="9505650" y="8646925"/>
            <a:ext cx="30066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788</a:t>
            </a:r>
            <a:r>
              <a:rPr lang="en-US" sz="4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9505650" y="7220575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0,64 €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9505650" y="5944750"/>
            <a:ext cx="30066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1.17%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5" name="Google Shape;245;p16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46" name="Google Shape;246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47" name="Google Shape;247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6"/>
          <p:cNvSpPr/>
          <p:nvPr/>
        </p:nvSpPr>
        <p:spPr>
          <a:xfrm>
            <a:off x="3901999" y="6003989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6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53" name="Google Shape;253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48975" y="73389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6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51275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/>
          <p:nvPr/>
        </p:nvSpPr>
        <p:spPr>
          <a:xfrm>
            <a:off x="-282975" y="34075"/>
            <a:ext cx="23117722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0" name="Google Shape;260;p17"/>
          <p:cNvGrpSpPr/>
          <p:nvPr/>
        </p:nvGrpSpPr>
        <p:grpSpPr>
          <a:xfrm>
            <a:off x="3026511" y="3659931"/>
            <a:ext cx="6762674" cy="873821"/>
            <a:chOff x="0" y="-38100"/>
            <a:chExt cx="4607064" cy="59528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/>
          <p:nvPr/>
        </p:nvSpPr>
        <p:spPr>
          <a:xfrm>
            <a:off x="4487086" y="3871256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7"/>
          <p:cNvSpPr txBox="1"/>
          <p:nvPr/>
        </p:nvSpPr>
        <p:spPr>
          <a:xfrm>
            <a:off x="4254248" y="3901619"/>
            <a:ext cx="4822123" cy="4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66" name="Google Shape;266;p17"/>
          <p:cNvGrpSpPr/>
          <p:nvPr/>
        </p:nvGrpSpPr>
        <p:grpSpPr>
          <a:xfrm>
            <a:off x="3128001" y="5080263"/>
            <a:ext cx="6456348" cy="834239"/>
            <a:chOff x="0" y="-38100"/>
            <a:chExt cx="4607064" cy="595289"/>
          </a:xfrm>
        </p:grpSpPr>
        <p:sp>
          <p:nvSpPr>
            <p:cNvPr id="267" name="Google Shape;26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68" name="Google Shape;268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p17"/>
          <p:cNvSpPr txBox="1"/>
          <p:nvPr/>
        </p:nvSpPr>
        <p:spPr>
          <a:xfrm>
            <a:off x="4098276" y="5285841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Générés</a:t>
            </a:r>
            <a:endParaRPr/>
          </a:p>
        </p:txBody>
      </p:sp>
      <p:grpSp>
        <p:nvGrpSpPr>
          <p:cNvPr id="270" name="Google Shape;270;p17"/>
          <p:cNvGrpSpPr/>
          <p:nvPr/>
        </p:nvGrpSpPr>
        <p:grpSpPr>
          <a:xfrm>
            <a:off x="3179674" y="6410111"/>
            <a:ext cx="6456348" cy="834239"/>
            <a:chOff x="0" y="-38100"/>
            <a:chExt cx="4607064" cy="595289"/>
          </a:xfrm>
        </p:grpSpPr>
        <p:sp>
          <p:nvSpPr>
            <p:cNvPr id="271" name="Google Shape;27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72" name="Google Shape;272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7"/>
          <p:cNvSpPr/>
          <p:nvPr/>
        </p:nvSpPr>
        <p:spPr>
          <a:xfrm>
            <a:off x="4423237" y="6524879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49"/>
                </a:lnTo>
                <a:lnTo>
                  <a:pt x="0" y="616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17"/>
          <p:cNvSpPr txBox="1"/>
          <p:nvPr/>
        </p:nvSpPr>
        <p:spPr>
          <a:xfrm>
            <a:off x="4098276" y="6594815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Qualifiés</a:t>
            </a:r>
            <a:endParaRPr/>
          </a:p>
        </p:txBody>
      </p:sp>
      <p:grpSp>
        <p:nvGrpSpPr>
          <p:cNvPr id="275" name="Google Shape;275;p17"/>
          <p:cNvGrpSpPr/>
          <p:nvPr/>
        </p:nvGrpSpPr>
        <p:grpSpPr>
          <a:xfrm>
            <a:off x="3128001" y="7767065"/>
            <a:ext cx="6456348" cy="834239"/>
            <a:chOff x="0" y="-38100"/>
            <a:chExt cx="4607064" cy="595289"/>
          </a:xfrm>
        </p:grpSpPr>
        <p:sp>
          <p:nvSpPr>
            <p:cNvPr id="276" name="Google Shape;276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77" name="Google Shape;277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17"/>
          <p:cNvSpPr txBox="1"/>
          <p:nvPr/>
        </p:nvSpPr>
        <p:spPr>
          <a:xfrm>
            <a:off x="4205425" y="7972642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CPL</a:t>
            </a:r>
            <a:endParaRPr/>
          </a:p>
        </p:txBody>
      </p:sp>
      <p:sp>
        <p:nvSpPr>
          <p:cNvPr id="279" name="Google Shape;279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0" name="Google Shape;280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81" name="Google Shape;281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82" name="Google Shape;282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" name="Google Shape;283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84" name="Google Shape;284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85" name="Google Shape;285;p17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6" name="Google Shape;286;p17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2 466,05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7" name="Google Shape;287;p17"/>
          <p:cNvSpPr txBox="1"/>
          <p:nvPr/>
        </p:nvSpPr>
        <p:spPr>
          <a:xfrm>
            <a:off x="13891150" y="508532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34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13921400" y="649630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13891300" y="787055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79,55</a:t>
            </a:r>
            <a:r>
              <a:rPr b="0" i="0" lang="en-US" sz="497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10113025" y="3729400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2 603,74 €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10112975" y="5092475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45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10112975" y="6503450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10112975" y="7877700"/>
            <a:ext cx="3133200" cy="17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57,86</a:t>
            </a:r>
            <a:r>
              <a:rPr lang="en-US" sz="4976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4552435" y="531364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7"/>
          <p:cNvSpPr txBox="1"/>
          <p:nvPr/>
        </p:nvSpPr>
        <p:spPr>
          <a:xfrm>
            <a:off x="13921394" y="2980875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10113026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98" name="Google Shape;298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46350" y="7873938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6" name="Google Shape;306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07" name="Google Shape;307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08" name="Google Shape;308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