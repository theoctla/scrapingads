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3.jp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0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Roche Bobois Saint-Bonnet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33031" y="421114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26504" y="440090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29186" y="444047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433031" y="642453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529170" y="665026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2085223" y="661538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2860915" y="653962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1 348</a:t>
            </a:r>
            <a:endParaRPr sz="1263"/>
          </a:p>
        </p:txBody>
      </p:sp>
      <p:sp>
        <p:nvSpPr>
          <p:cNvPr id="125" name="Google Shape;125;p14"/>
          <p:cNvSpPr txBox="1"/>
          <p:nvPr/>
        </p:nvSpPr>
        <p:spPr>
          <a:xfrm>
            <a:off x="12757915" y="445761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75 324</a:t>
            </a:r>
            <a:endParaRPr sz="1263"/>
          </a:p>
        </p:txBody>
      </p:sp>
      <p:sp>
        <p:nvSpPr>
          <p:cNvPr id="126" name="Google Shape;126;p14"/>
          <p:cNvSpPr txBox="1"/>
          <p:nvPr/>
        </p:nvSpPr>
        <p:spPr>
          <a:xfrm>
            <a:off x="8889016" y="653962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2 787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786016" y="444048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164 961</a:t>
            </a:r>
            <a:endParaRPr sz="126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1453637" y="4094272"/>
            <a:ext cx="6503792" cy="867262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1453630" y="8144429"/>
            <a:ext cx="6503792" cy="840369"/>
            <a:chOff x="0" y="-38100"/>
            <a:chExt cx="4607064" cy="59528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2194087" y="42755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5"/>
          <p:cNvSpPr txBox="1"/>
          <p:nvPr/>
        </p:nvSpPr>
        <p:spPr>
          <a:xfrm>
            <a:off x="2386787" y="43297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2540370" y="83903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46" name="Google Shape;146;p15"/>
          <p:cNvGrpSpPr/>
          <p:nvPr/>
        </p:nvGrpSpPr>
        <p:grpSpPr>
          <a:xfrm>
            <a:off x="1483684" y="6737203"/>
            <a:ext cx="6456339" cy="860935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5"/>
          <p:cNvSpPr txBox="1"/>
          <p:nvPr/>
        </p:nvSpPr>
        <p:spPr>
          <a:xfrm>
            <a:off x="2805966" y="697613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50" name="Google Shape;150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1" name="Google Shape;151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55" name="Google Shape;155;p15"/>
          <p:cNvGrpSpPr/>
          <p:nvPr/>
        </p:nvGrpSpPr>
        <p:grpSpPr>
          <a:xfrm>
            <a:off x="1606030" y="5442250"/>
            <a:ext cx="6503792" cy="840369"/>
            <a:chOff x="0" y="-38100"/>
            <a:chExt cx="4607064" cy="595289"/>
          </a:xfrm>
        </p:grpSpPr>
        <p:sp>
          <p:nvSpPr>
            <p:cNvPr id="156" name="Google Shape;15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57" name="Google Shape;157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5"/>
          <p:cNvSpPr/>
          <p:nvPr/>
        </p:nvSpPr>
        <p:spPr>
          <a:xfrm>
            <a:off x="2313224" y="5544227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5"/>
          <p:cNvSpPr txBox="1"/>
          <p:nvPr/>
        </p:nvSpPr>
        <p:spPr>
          <a:xfrm>
            <a:off x="2690170" y="5630206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62" name="Google Shape;162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05975" y="68673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93525" y="82598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12464412" y="41110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36 555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2651113" y="7033525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363,99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2651113" y="8493575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0,58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8479812" y="41110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61 242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8666512" y="7033525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757,33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8666513" y="8493575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0,67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2651113" y="5528400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632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551313" y="5557638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1 136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79" name="Google Shape;17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0" name="Google Shape;180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6"/>
          <p:cNvGrpSpPr/>
          <p:nvPr/>
        </p:nvGrpSpPr>
        <p:grpSpPr>
          <a:xfrm>
            <a:off x="819175" y="3520725"/>
            <a:ext cx="6503792" cy="710975"/>
            <a:chOff x="0" y="-57150"/>
            <a:chExt cx="4607064" cy="614339"/>
          </a:xfrm>
        </p:grpSpPr>
        <p:sp>
          <p:nvSpPr>
            <p:cNvPr id="182" name="Google Shape;18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83" name="Google Shape;18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6"/>
          <p:cNvGrpSpPr/>
          <p:nvPr/>
        </p:nvGrpSpPr>
        <p:grpSpPr>
          <a:xfrm>
            <a:off x="819175" y="4731910"/>
            <a:ext cx="6503792" cy="710975"/>
            <a:chOff x="0" y="-57150"/>
            <a:chExt cx="4607064" cy="614339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86" name="Google Shape;186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6"/>
          <p:cNvSpPr/>
          <p:nvPr/>
        </p:nvSpPr>
        <p:spPr>
          <a:xfrm>
            <a:off x="2265423" y="4961367"/>
            <a:ext cx="334871" cy="364910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/>
          <p:nvPr/>
        </p:nvSpPr>
        <p:spPr>
          <a:xfrm>
            <a:off x="1727476" y="3682066"/>
            <a:ext cx="568439" cy="466120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6"/>
          <p:cNvSpPr txBox="1"/>
          <p:nvPr/>
        </p:nvSpPr>
        <p:spPr>
          <a:xfrm>
            <a:off x="1719215" y="4924913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752326" y="3713728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91" name="Google Shape;191;p16"/>
          <p:cNvGrpSpPr/>
          <p:nvPr/>
        </p:nvGrpSpPr>
        <p:grpSpPr>
          <a:xfrm>
            <a:off x="842897" y="7197744"/>
            <a:ext cx="6456339" cy="705814"/>
            <a:chOff x="0" y="-57150"/>
            <a:chExt cx="4607064" cy="614339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93" name="Google Shape;19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6"/>
          <p:cNvSpPr txBox="1"/>
          <p:nvPr/>
        </p:nvSpPr>
        <p:spPr>
          <a:xfrm>
            <a:off x="2165181" y="739362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95" name="Google Shape;195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6" name="Google Shape;196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7" name="Google Shape;197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00" name="Google Shape;200;p16"/>
          <p:cNvGrpSpPr/>
          <p:nvPr/>
        </p:nvGrpSpPr>
        <p:grpSpPr>
          <a:xfrm>
            <a:off x="842893" y="5943098"/>
            <a:ext cx="6503792" cy="688928"/>
            <a:chOff x="0" y="-38100"/>
            <a:chExt cx="4607064" cy="595289"/>
          </a:xfrm>
        </p:grpSpPr>
        <p:sp>
          <p:nvSpPr>
            <p:cNvPr id="201" name="Google Shape;20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02" name="Google Shape;202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6"/>
          <p:cNvSpPr/>
          <p:nvPr/>
        </p:nvSpPr>
        <p:spPr>
          <a:xfrm>
            <a:off x="2139114" y="6026699"/>
            <a:ext cx="703558" cy="50913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6"/>
          <p:cNvSpPr txBox="1"/>
          <p:nvPr/>
        </p:nvSpPr>
        <p:spPr>
          <a:xfrm>
            <a:off x="1927035" y="609718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08" name="Google Shape;208;p16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0" y="7314155"/>
            <a:ext cx="609601" cy="49974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 txBox="1"/>
          <p:nvPr/>
        </p:nvSpPr>
        <p:spPr>
          <a:xfrm>
            <a:off x="13139244" y="3603454"/>
            <a:ext cx="3769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38 769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13161594" y="4832173"/>
            <a:ext cx="3769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716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3139249" y="5983388"/>
            <a:ext cx="3769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106,59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3139244" y="7307391"/>
            <a:ext cx="3769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8355200" y="3603454"/>
            <a:ext cx="40635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103 719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8524387" y="4832173"/>
            <a:ext cx="3769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1 651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7994002" y="5968522"/>
            <a:ext cx="47859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431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8149249" y="7307391"/>
            <a:ext cx="44754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grpSp>
        <p:nvGrpSpPr>
          <p:cNvPr id="217" name="Google Shape;217;p16"/>
          <p:cNvGrpSpPr/>
          <p:nvPr/>
        </p:nvGrpSpPr>
        <p:grpSpPr>
          <a:xfrm>
            <a:off x="842897" y="8314221"/>
            <a:ext cx="6456339" cy="689725"/>
            <a:chOff x="0" y="-57150"/>
            <a:chExt cx="4607064" cy="614400"/>
          </a:xfrm>
        </p:grpSpPr>
        <p:sp>
          <p:nvSpPr>
            <p:cNvPr id="218" name="Google Shape;21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</p:sp>
        <p:sp>
          <p:nvSpPr>
            <p:cNvPr id="219" name="Google Shape;219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6"/>
          <p:cNvSpPr txBox="1"/>
          <p:nvPr/>
        </p:nvSpPr>
        <p:spPr>
          <a:xfrm>
            <a:off x="2165182" y="850562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 Moyen</a:t>
            </a:r>
            <a:endParaRPr/>
          </a:p>
        </p:txBody>
      </p:sp>
      <p:pic>
        <p:nvPicPr>
          <p:cNvPr id="221" name="Google Shape;221;p16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1" y="8427969"/>
            <a:ext cx="609601" cy="488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13139250" y="8399197"/>
            <a:ext cx="3769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1.85%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250" y="8399197"/>
            <a:ext cx="4475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1,59 %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7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7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34" name="Google Shape;234;p17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235" name="Google Shape;23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36" name="Google Shape;23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7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238" name="Google Shape;238;p17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239" name="Google Shape;23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40" name="Google Shape;240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7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242" name="Google Shape;242;p17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243" name="Google Shape;243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44" name="Google Shape;244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7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51" name="Google Shape;251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2" name="Google Shape;252;p17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3" name="Google Shape;253;p17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470,58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363,99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106,59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1 188,33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757,33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431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470,58€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169,76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7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7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3" name="Google Shape;273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4" name="Google Shape;274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5" name="Google Shape;275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