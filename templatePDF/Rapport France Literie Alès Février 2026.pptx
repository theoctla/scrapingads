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5.jp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10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France Literie Alès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512856" y="436794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2006329" y="455770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609011" y="459727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512856" y="670383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608995" y="692956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2165048" y="689468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 txBox="1"/>
          <p:nvPr/>
        </p:nvSpPr>
        <p:spPr>
          <a:xfrm>
            <a:off x="12940740" y="681892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3 028</a:t>
            </a:r>
            <a:endParaRPr sz="1263"/>
          </a:p>
        </p:txBody>
      </p:sp>
      <p:sp>
        <p:nvSpPr>
          <p:cNvPr id="125" name="Google Shape;125;p14"/>
          <p:cNvSpPr txBox="1"/>
          <p:nvPr/>
        </p:nvSpPr>
        <p:spPr>
          <a:xfrm>
            <a:off x="12837740" y="461441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153 290</a:t>
            </a:r>
            <a:endParaRPr sz="1263"/>
          </a:p>
        </p:txBody>
      </p:sp>
      <p:sp>
        <p:nvSpPr>
          <p:cNvPr id="126" name="Google Shape;126;p14"/>
          <p:cNvSpPr txBox="1"/>
          <p:nvPr/>
        </p:nvSpPr>
        <p:spPr>
          <a:xfrm>
            <a:off x="8968841" y="681892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2 515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865841" y="459728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166 399</a:t>
            </a:r>
            <a:endParaRPr sz="126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36" name="Google Shape;136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9" name="Google Shape;13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5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5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5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47" name="Google Shape;147;p15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49" name="Google Shape;14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51" name="Google Shape;151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56" name="Google Shape;156;p15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157" name="Google Shape;15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58" name="Google Shape;15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5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5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64" name="Google Shape;164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153 290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3 028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453,29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166 399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2 515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562,49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" name="Google Shape;179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80" name="Google Shape;180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81" name="Google Shape;181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183" name="Google Shape;183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5" name="Google Shape;185;p16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86" name="Google Shape;186;p16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187" name="Google Shape;18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188" name="Google Shape;18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6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190" name="Google Shape;19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191" name="Google Shape;19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16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6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6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1.98%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0,24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1.51%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0,32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7"/>
          <p:cNvGrpSpPr/>
          <p:nvPr/>
        </p:nvGrpSpPr>
        <p:grpSpPr>
          <a:xfrm>
            <a:off x="1151863" y="4176588"/>
            <a:ext cx="6507939" cy="873825"/>
            <a:chOff x="0" y="-38100"/>
            <a:chExt cx="4607064" cy="595289"/>
          </a:xfrm>
        </p:grpSpPr>
        <p:sp>
          <p:nvSpPr>
            <p:cNvPr id="207" name="Google Shape;20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08" name="Google Shape;20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17"/>
          <p:cNvSpPr/>
          <p:nvPr/>
        </p:nvSpPr>
        <p:spPr>
          <a:xfrm>
            <a:off x="2612449" y="4387919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7"/>
          <p:cNvSpPr txBox="1"/>
          <p:nvPr/>
        </p:nvSpPr>
        <p:spPr>
          <a:xfrm>
            <a:off x="2379610" y="44182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12" name="Google Shape;212;p17"/>
          <p:cNvGrpSpPr/>
          <p:nvPr/>
        </p:nvGrpSpPr>
        <p:grpSpPr>
          <a:xfrm>
            <a:off x="1193699" y="6242723"/>
            <a:ext cx="6456339" cy="834238"/>
            <a:chOff x="0" y="-38100"/>
            <a:chExt cx="4607064" cy="595289"/>
          </a:xfrm>
        </p:grpSpPr>
        <p:sp>
          <p:nvSpPr>
            <p:cNvPr id="213" name="Google Shape;213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14" name="Google Shape;214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17"/>
          <p:cNvSpPr txBox="1"/>
          <p:nvPr/>
        </p:nvSpPr>
        <p:spPr>
          <a:xfrm>
            <a:off x="2112301" y="642742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7" name="Google Shape;21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18" name="Google Shape;21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19" name="Google Shape;21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21" name="Google Shape;221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22" name="Google Shape;222;p17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3" name="Google Shape;223;p17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3598946" y="42805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453,29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13489203" y="633921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453,29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8311315" y="42805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562,49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8199973" y="633920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562,49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2268276" y="633898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7" name="Google Shape;237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38" name="Google Shape;238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39" name="Google Shape;239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