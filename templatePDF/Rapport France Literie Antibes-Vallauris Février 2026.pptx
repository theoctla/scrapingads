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Relationship Id="rId4" Type="http://schemas.openxmlformats.org/officeDocument/2006/relationships/image" Target="../media/image11.jp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10" Type="http://schemas.openxmlformats.org/officeDocument/2006/relationships/image" Target="../media/image12.png"/><Relationship Id="rId9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5" Type="http://schemas.openxmlformats.org/officeDocument/2006/relationships/image" Target="../media/image1.png"/><Relationship Id="rId6" Type="http://schemas.openxmlformats.org/officeDocument/2006/relationships/image" Target="../media/image20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10" Type="http://schemas.openxmlformats.org/officeDocument/2006/relationships/image" Target="../media/image12.png"/><Relationship Id="rId9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24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France Literie Antibes-Vallauris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27 760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128 266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24 822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223 529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1 407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1 374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1 303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1 227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19 016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1 691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989,08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0,51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103 416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1 647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985,78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0,51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238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298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47550" y="2925202"/>
            <a:ext cx="6710189" cy="858288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47550" y="4128646"/>
            <a:ext cx="6710189" cy="858288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47550" y="5328643"/>
            <a:ext cx="6710189" cy="858288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54580" y="3104859"/>
            <a:ext cx="630289" cy="590363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54569" y="4378024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Coffre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93184" y="3178256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419185" y="5573059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motorisé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78550" y="3220866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4 621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78550" y="4424309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1 546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0" y="5625798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2 055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8172615" y="3220866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1 149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172615" y="4424309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4 216</a:t>
            </a:r>
            <a:endParaRPr sz="1727"/>
          </a:p>
        </p:txBody>
      </p:sp>
      <p:sp>
        <p:nvSpPr>
          <p:cNvPr id="221" name="Google Shape;221;p16"/>
          <p:cNvSpPr txBox="1"/>
          <p:nvPr/>
        </p:nvSpPr>
        <p:spPr>
          <a:xfrm>
            <a:off x="8172615" y="5625798"/>
            <a:ext cx="41664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1 750</a:t>
            </a:r>
            <a:endParaRPr sz="384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4" name="Google Shape;224;p16"/>
          <p:cNvGrpSpPr/>
          <p:nvPr/>
        </p:nvGrpSpPr>
        <p:grpSpPr>
          <a:xfrm>
            <a:off x="959975" y="8003009"/>
            <a:ext cx="6710189" cy="919900"/>
            <a:chOff x="0" y="-38100"/>
            <a:chExt cx="4607064" cy="595289"/>
          </a:xfrm>
        </p:grpSpPr>
        <p:sp>
          <p:nvSpPr>
            <p:cNvPr id="225" name="Google Shape;22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6" name="Google Shape;226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6"/>
          <p:cNvSpPr/>
          <p:nvPr/>
        </p:nvSpPr>
        <p:spPr>
          <a:xfrm>
            <a:off x="1643717" y="8270498"/>
            <a:ext cx="405640" cy="487905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6"/>
          <p:cNvSpPr txBox="1"/>
          <p:nvPr/>
        </p:nvSpPr>
        <p:spPr>
          <a:xfrm>
            <a:off x="2048846" y="8268899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9" name="Google Shape;229;p16"/>
          <p:cNvGrpSpPr/>
          <p:nvPr/>
        </p:nvGrpSpPr>
        <p:grpSpPr>
          <a:xfrm>
            <a:off x="959975" y="6622649"/>
            <a:ext cx="6710189" cy="919900"/>
            <a:chOff x="0" y="-38100"/>
            <a:chExt cx="4607064" cy="595289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31" name="Google Shape;23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16"/>
          <p:cNvSpPr/>
          <p:nvPr/>
        </p:nvSpPr>
        <p:spPr>
          <a:xfrm>
            <a:off x="1559501" y="6803665"/>
            <a:ext cx="688568" cy="623229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2088904" y="6888538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4" name="Google Shape;234;p16"/>
          <p:cNvSpPr txBox="1"/>
          <p:nvPr/>
        </p:nvSpPr>
        <p:spPr>
          <a:xfrm>
            <a:off x="13314924" y="8280763"/>
            <a:ext cx="40131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27 760</a:t>
            </a:r>
            <a:endParaRPr sz="1263"/>
          </a:p>
        </p:txBody>
      </p:sp>
      <p:sp>
        <p:nvSpPr>
          <p:cNvPr id="235" name="Google Shape;235;p16"/>
          <p:cNvSpPr txBox="1"/>
          <p:nvPr/>
        </p:nvSpPr>
        <p:spPr>
          <a:xfrm>
            <a:off x="13314924" y="6797982"/>
            <a:ext cx="40131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128 266</a:t>
            </a:r>
            <a:endParaRPr sz="1263"/>
          </a:p>
        </p:txBody>
      </p:sp>
      <p:sp>
        <p:nvSpPr>
          <p:cNvPr id="236" name="Google Shape;236;p16"/>
          <p:cNvSpPr txBox="1"/>
          <p:nvPr/>
        </p:nvSpPr>
        <p:spPr>
          <a:xfrm>
            <a:off x="8185049" y="8268910"/>
            <a:ext cx="38961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24 822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8161954" y="6797991"/>
            <a:ext cx="41664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223 529</a:t>
            </a:r>
            <a:endParaRPr sz="1263"/>
          </a:p>
        </p:txBody>
      </p:sp>
      <p:pic>
        <p:nvPicPr>
          <p:cNvPr id="238" name="Google Shape;238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5398890"/>
            <a:ext cx="789600" cy="78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4289469"/>
            <a:ext cx="609600" cy="603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64" name="Google Shape;264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77" name="Google Shape;277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109 250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25 831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446,8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120 113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22 877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478,75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8" name="Google Shape;298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99" name="Google Shape;299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23.64%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0,38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19.05%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0,45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9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20" name="Google Shape;32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21" name="Google Shape;32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9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19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25" name="Google Shape;325;p19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27" name="Google Shape;327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9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29" name="Google Shape;329;p19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31" name="Google Shape;33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9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33" name="Google Shape;333;p19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34" name="Google Shape;334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5" name="Google Shape;335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9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8" name="Google Shape;338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39" name="Google Shape;339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40" name="Google Shape;340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42" name="Google Shape;342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3" name="Google Shape;343;p19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4" name="Google Shape;344;p19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1 435,88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989,08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446,8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1 464,53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985,78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478,75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0,53€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0,56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9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9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65" name="Google Shape;36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66" name="Google Shape;36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