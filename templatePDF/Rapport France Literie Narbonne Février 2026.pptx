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Anton"/>
      <p:regular r:id="rId15"/>
    </p:embeddedFont>
    <p:embeddedFont>
      <p:font typeface="Poppins"/>
      <p:bold r:id="rId16"/>
      <p:boldItalic r:id="rId17"/>
    </p:embeddedFont>
    <p:embeddedFont>
      <p:font typeface="Allerta Stencil"/>
      <p:regular r:id="rId18"/>
    </p:embeddedFont>
    <p:embeddedFont>
      <p:font typeface="DM Sans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nton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bold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.fntdata"/><Relationship Id="rId6" Type="http://schemas.openxmlformats.org/officeDocument/2006/relationships/slide" Target="slides/slide1.xml"/><Relationship Id="rId18" Type="http://schemas.openxmlformats.org/officeDocument/2006/relationships/font" Target="fonts/AllertaStencil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56ef6f76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b56ef6f76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56f6dbf6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b56f6dbf66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56f6dbf66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b56f6dbf66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4.png"/><Relationship Id="rId4" Type="http://schemas.openxmlformats.org/officeDocument/2006/relationships/image" Target="../media/image5.jp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5" Type="http://schemas.openxmlformats.org/officeDocument/2006/relationships/image" Target="../media/image27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10" Type="http://schemas.openxmlformats.org/officeDocument/2006/relationships/image" Target="../media/image19.png"/><Relationship Id="rId9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27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31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Relationship Id="rId7" Type="http://schemas.openxmlformats.org/officeDocument/2006/relationships/image" Target="../media/image9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10" Type="http://schemas.openxmlformats.org/officeDocument/2006/relationships/image" Target="../media/image19.png"/><Relationship Id="rId9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27.png"/><Relationship Id="rId8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27.png"/><Relationship Id="rId6" Type="http://schemas.openxmlformats.org/officeDocument/2006/relationships/image" Target="../media/image18.png"/><Relationship Id="rId7" Type="http://schemas.openxmlformats.org/officeDocument/2006/relationships/image" Target="../media/image9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10" Type="http://schemas.openxmlformats.org/officeDocument/2006/relationships/image" Target="../media/image29.png"/><Relationship Id="rId9" Type="http://schemas.openxmlformats.org/officeDocument/2006/relationships/image" Target="../media/image33.png"/><Relationship Id="rId5" Type="http://schemas.openxmlformats.org/officeDocument/2006/relationships/image" Target="../media/image27.png"/><Relationship Id="rId6" Type="http://schemas.openxmlformats.org/officeDocument/2006/relationships/image" Target="../media/image9.png"/><Relationship Id="rId7" Type="http://schemas.openxmlformats.org/officeDocument/2006/relationships/image" Target="../media/image3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France Literie Narbonne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22981" y="376869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16454" y="395845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19136" y="399802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399256" y="511298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495395" y="533871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399259" y="6430271"/>
            <a:ext cx="6456339" cy="861020"/>
            <a:chOff x="0" y="-57150"/>
            <a:chExt cx="4607064" cy="6144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2364285" y="6666124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 d’itinéraires</a:t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1399259" y="7622421"/>
            <a:ext cx="6503792" cy="867348"/>
            <a:chOff x="0" y="-57150"/>
            <a:chExt cx="4607064" cy="6144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2857025" y="7880125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051448" y="530383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2" name="Google Shape;132;p14" title="itinerair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1188" y="658564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appel-telephoniq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2425" y="780578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12827140" y="52280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12 179</a:t>
            </a:r>
            <a:endParaRPr sz="1263"/>
          </a:p>
        </p:txBody>
      </p:sp>
      <p:sp>
        <p:nvSpPr>
          <p:cNvPr id="135" name="Google Shape;135;p14"/>
          <p:cNvSpPr txBox="1"/>
          <p:nvPr/>
        </p:nvSpPr>
        <p:spPr>
          <a:xfrm>
            <a:off x="12747865" y="401516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149 258</a:t>
            </a:r>
            <a:endParaRPr sz="1263"/>
          </a:p>
        </p:txBody>
      </p:sp>
      <p:sp>
        <p:nvSpPr>
          <p:cNvPr id="136" name="Google Shape;136;p14"/>
          <p:cNvSpPr txBox="1"/>
          <p:nvPr/>
        </p:nvSpPr>
        <p:spPr>
          <a:xfrm>
            <a:off x="8855241" y="52280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19 830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775966" y="399803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200 713</a:t>
            </a:r>
            <a:endParaRPr sz="1263"/>
          </a:p>
        </p:txBody>
      </p:sp>
      <p:sp>
        <p:nvSpPr>
          <p:cNvPr id="138" name="Google Shape;138;p14"/>
          <p:cNvSpPr txBox="1"/>
          <p:nvPr/>
        </p:nvSpPr>
        <p:spPr>
          <a:xfrm>
            <a:off x="12919139" y="659865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345</a:t>
            </a:r>
            <a:endParaRPr sz="1263"/>
          </a:p>
        </p:txBody>
      </p:sp>
      <p:sp>
        <p:nvSpPr>
          <p:cNvPr id="139" name="Google Shape;139;p14"/>
          <p:cNvSpPr txBox="1"/>
          <p:nvPr/>
        </p:nvSpPr>
        <p:spPr>
          <a:xfrm>
            <a:off x="8947243" y="657201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1 284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2919139" y="781880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117</a:t>
            </a:r>
            <a:endParaRPr sz="1263"/>
          </a:p>
        </p:txBody>
      </p:sp>
      <p:sp>
        <p:nvSpPr>
          <p:cNvPr id="141" name="Google Shape;141;p14"/>
          <p:cNvSpPr txBox="1"/>
          <p:nvPr/>
        </p:nvSpPr>
        <p:spPr>
          <a:xfrm>
            <a:off x="8947243" y="779216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612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" name="Google Shape;148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0" name="Google Shape;150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5"/>
          <p:cNvGrpSpPr/>
          <p:nvPr/>
        </p:nvGrpSpPr>
        <p:grpSpPr>
          <a:xfrm>
            <a:off x="1487937" y="3335072"/>
            <a:ext cx="6503792" cy="867262"/>
            <a:chOff x="0" y="-57150"/>
            <a:chExt cx="4607064" cy="614339"/>
          </a:xfrm>
        </p:grpSpPr>
        <p:sp>
          <p:nvSpPr>
            <p:cNvPr id="152" name="Google Shape;152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53" name="Google Shape;153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5"/>
          <p:cNvGrpSpPr/>
          <p:nvPr/>
        </p:nvGrpSpPr>
        <p:grpSpPr>
          <a:xfrm>
            <a:off x="1487937" y="4534871"/>
            <a:ext cx="6503792" cy="867262"/>
            <a:chOff x="0" y="-57150"/>
            <a:chExt cx="4607064" cy="614339"/>
          </a:xfrm>
        </p:grpSpPr>
        <p:sp>
          <p:nvSpPr>
            <p:cNvPr id="155" name="Google Shape;15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6" name="Google Shape;156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5"/>
          <p:cNvGrpSpPr/>
          <p:nvPr/>
        </p:nvGrpSpPr>
        <p:grpSpPr>
          <a:xfrm>
            <a:off x="1301230" y="8574416"/>
            <a:ext cx="6503792" cy="840369"/>
            <a:chOff x="0" y="-38100"/>
            <a:chExt cx="4607064" cy="595289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5"/>
          <p:cNvSpPr/>
          <p:nvPr/>
        </p:nvSpPr>
        <p:spPr>
          <a:xfrm>
            <a:off x="2790945" y="48070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5"/>
          <p:cNvSpPr/>
          <p:nvPr/>
        </p:nvSpPr>
        <p:spPr>
          <a:xfrm>
            <a:off x="2228387" y="351638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5"/>
          <p:cNvSpPr txBox="1"/>
          <p:nvPr/>
        </p:nvSpPr>
        <p:spPr>
          <a:xfrm>
            <a:off x="2387976" y="4770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Search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2421087" y="357050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2387970" y="8820297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grpSp>
        <p:nvGrpSpPr>
          <p:cNvPr id="165" name="Google Shape;165;p15"/>
          <p:cNvGrpSpPr/>
          <p:nvPr/>
        </p:nvGrpSpPr>
        <p:grpSpPr>
          <a:xfrm>
            <a:off x="1331284" y="7167191"/>
            <a:ext cx="6456339" cy="860935"/>
            <a:chOff x="0" y="-57150"/>
            <a:chExt cx="4607064" cy="614339"/>
          </a:xfrm>
        </p:grpSpPr>
        <p:sp>
          <p:nvSpPr>
            <p:cNvPr id="166" name="Google Shape;16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7" name="Google Shape;167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15"/>
          <p:cNvSpPr txBox="1"/>
          <p:nvPr/>
        </p:nvSpPr>
        <p:spPr>
          <a:xfrm>
            <a:off x="2653566" y="740612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ADS</a:t>
            </a:r>
            <a:endParaRPr/>
          </a:p>
        </p:txBody>
      </p:sp>
      <p:cxnSp>
        <p:nvCxnSpPr>
          <p:cNvPr id="169" name="Google Shape;169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0" name="Google Shape;170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71" name="Google Shape;171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74" name="Google Shape;174;p15"/>
          <p:cNvGrpSpPr/>
          <p:nvPr/>
        </p:nvGrpSpPr>
        <p:grpSpPr>
          <a:xfrm>
            <a:off x="1453630" y="5872237"/>
            <a:ext cx="6503792" cy="840369"/>
            <a:chOff x="0" y="-38100"/>
            <a:chExt cx="4607064" cy="595289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76" name="Google Shape;176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5"/>
          <p:cNvSpPr/>
          <p:nvPr/>
        </p:nvSpPr>
        <p:spPr>
          <a:xfrm>
            <a:off x="2160824" y="5974214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15"/>
          <p:cNvSpPr txBox="1"/>
          <p:nvPr/>
        </p:nvSpPr>
        <p:spPr>
          <a:xfrm>
            <a:off x="2537770" y="606019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PerfMax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81" name="Google Shape;181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53575" y="729728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41125" y="86898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12498712" y="33518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84 039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2498713" y="47227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820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12498713" y="74635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645,95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12498713" y="892356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0,25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8514112" y="33518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97 643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8514122" y="47227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952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8514112" y="74635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696,09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8514113" y="892356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0,21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12498713" y="5958388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1 735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8398913" y="5987625"/>
            <a:ext cx="4215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2 350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8" name="Google Shape;198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99" name="Google Shape;199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00" name="Google Shape;200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02" name="Google Shape;202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3" name="Google Shape;203;p16"/>
          <p:cNvGrpSpPr/>
          <p:nvPr/>
        </p:nvGrpSpPr>
        <p:grpSpPr>
          <a:xfrm>
            <a:off x="922700" y="3524562"/>
            <a:ext cx="6710189" cy="807450"/>
            <a:chOff x="0" y="-38100"/>
            <a:chExt cx="4607064" cy="595289"/>
          </a:xfrm>
        </p:grpSpPr>
        <p:sp>
          <p:nvSpPr>
            <p:cNvPr id="204" name="Google Shape;204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1414"/>
            </a:solidFill>
            <a:ln>
              <a:noFill/>
            </a:ln>
          </p:spPr>
        </p:sp>
        <p:sp>
          <p:nvSpPr>
            <p:cNvPr id="205" name="Google Shape;205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16"/>
          <p:cNvGrpSpPr/>
          <p:nvPr/>
        </p:nvGrpSpPr>
        <p:grpSpPr>
          <a:xfrm>
            <a:off x="922700" y="4656675"/>
            <a:ext cx="6710189" cy="807450"/>
            <a:chOff x="0" y="-38100"/>
            <a:chExt cx="4607064" cy="595289"/>
          </a:xfrm>
        </p:grpSpPr>
        <p:sp>
          <p:nvSpPr>
            <p:cNvPr id="207" name="Google Shape;20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3131"/>
            </a:solidFill>
            <a:ln>
              <a:noFill/>
            </a:ln>
          </p:spPr>
        </p:sp>
        <p:sp>
          <p:nvSpPr>
            <p:cNvPr id="208" name="Google Shape;20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6"/>
          <p:cNvGrpSpPr/>
          <p:nvPr/>
        </p:nvGrpSpPr>
        <p:grpSpPr>
          <a:xfrm>
            <a:off x="922700" y="5785545"/>
            <a:ext cx="6710189" cy="807450"/>
            <a:chOff x="0" y="-38100"/>
            <a:chExt cx="4607064" cy="595289"/>
          </a:xfrm>
        </p:grpSpPr>
        <p:sp>
          <p:nvSpPr>
            <p:cNvPr id="210" name="Google Shape;21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5143"/>
            </a:solidFill>
            <a:ln>
              <a:noFill/>
            </a:ln>
          </p:spPr>
        </p:sp>
        <p:sp>
          <p:nvSpPr>
            <p:cNvPr id="211" name="Google Shape;21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16"/>
          <p:cNvSpPr/>
          <p:nvPr/>
        </p:nvSpPr>
        <p:spPr>
          <a:xfrm>
            <a:off x="2429730" y="3693573"/>
            <a:ext cx="630289" cy="555280"/>
          </a:xfrm>
          <a:custGeom>
            <a:rect b="b" l="l" r="r" t="t"/>
            <a:pathLst>
              <a:path extrusionOk="0" h="483904" w="511391">
                <a:moveTo>
                  <a:pt x="0" y="0"/>
                </a:moveTo>
                <a:lnTo>
                  <a:pt x="511391" y="0"/>
                </a:lnTo>
                <a:lnTo>
                  <a:pt x="511391" y="483904"/>
                </a:lnTo>
                <a:lnTo>
                  <a:pt x="0" y="483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6"/>
          <p:cNvSpPr txBox="1"/>
          <p:nvPr/>
        </p:nvSpPr>
        <p:spPr>
          <a:xfrm>
            <a:off x="2429719" y="4891274"/>
            <a:ext cx="48531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Lit Coffre</a:t>
            </a:r>
            <a:endParaRPr sz="1727"/>
          </a:p>
        </p:txBody>
      </p:sp>
      <p:sp>
        <p:nvSpPr>
          <p:cNvPr id="214" name="Google Shape;214;p16"/>
          <p:cNvSpPr txBox="1"/>
          <p:nvPr/>
        </p:nvSpPr>
        <p:spPr>
          <a:xfrm>
            <a:off x="2068334" y="3762619"/>
            <a:ext cx="4784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Généraliste</a:t>
            </a:r>
            <a:endParaRPr sz="1727"/>
          </a:p>
        </p:txBody>
      </p:sp>
      <p:sp>
        <p:nvSpPr>
          <p:cNvPr id="215" name="Google Shape;215;p16"/>
          <p:cNvSpPr txBox="1"/>
          <p:nvPr/>
        </p:nvSpPr>
        <p:spPr>
          <a:xfrm>
            <a:off x="3394335" y="6015476"/>
            <a:ext cx="3363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Lit motorisé</a:t>
            </a:r>
            <a:endParaRPr sz="1727"/>
          </a:p>
        </p:txBody>
      </p:sp>
      <p:sp>
        <p:nvSpPr>
          <p:cNvPr id="216" name="Google Shape;216;p16"/>
          <p:cNvSpPr txBox="1"/>
          <p:nvPr/>
        </p:nvSpPr>
        <p:spPr>
          <a:xfrm>
            <a:off x="12853700" y="3802704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640</a:t>
            </a:r>
            <a:endParaRPr sz="1727"/>
          </a:p>
        </p:txBody>
      </p:sp>
      <p:sp>
        <p:nvSpPr>
          <p:cNvPr id="217" name="Google Shape;217;p16"/>
          <p:cNvSpPr txBox="1"/>
          <p:nvPr/>
        </p:nvSpPr>
        <p:spPr>
          <a:xfrm>
            <a:off x="12853700" y="4934816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773</a:t>
            </a:r>
            <a:endParaRPr sz="1727"/>
          </a:p>
        </p:txBody>
      </p:sp>
      <p:sp>
        <p:nvSpPr>
          <p:cNvPr id="218" name="Google Shape;218;p16"/>
          <p:cNvSpPr txBox="1"/>
          <p:nvPr/>
        </p:nvSpPr>
        <p:spPr>
          <a:xfrm>
            <a:off x="12853700" y="6065090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467</a:t>
            </a:r>
            <a:endParaRPr sz="1727"/>
          </a:p>
        </p:txBody>
      </p:sp>
      <p:sp>
        <p:nvSpPr>
          <p:cNvPr id="219" name="Google Shape;219;p16"/>
          <p:cNvSpPr txBox="1"/>
          <p:nvPr/>
        </p:nvSpPr>
        <p:spPr>
          <a:xfrm>
            <a:off x="8147765" y="3802704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1 711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8147765" y="4934816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1 158</a:t>
            </a:r>
            <a:endParaRPr sz="1727"/>
          </a:p>
        </p:txBody>
      </p:sp>
      <p:sp>
        <p:nvSpPr>
          <p:cNvPr id="221" name="Google Shape;221;p16"/>
          <p:cNvSpPr txBox="1"/>
          <p:nvPr/>
        </p:nvSpPr>
        <p:spPr>
          <a:xfrm>
            <a:off x="8147765" y="6065090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813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12853812" y="2559925"/>
            <a:ext cx="4461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372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8149515" y="2559925"/>
            <a:ext cx="467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480"/>
          </a:p>
        </p:txBody>
      </p:sp>
      <p:grpSp>
        <p:nvGrpSpPr>
          <p:cNvPr id="224" name="Google Shape;224;p16"/>
          <p:cNvGrpSpPr/>
          <p:nvPr/>
        </p:nvGrpSpPr>
        <p:grpSpPr>
          <a:xfrm>
            <a:off x="959975" y="8396118"/>
            <a:ext cx="6710189" cy="888469"/>
            <a:chOff x="0" y="-38100"/>
            <a:chExt cx="4607064" cy="595289"/>
          </a:xfrm>
        </p:grpSpPr>
        <p:sp>
          <p:nvSpPr>
            <p:cNvPr id="225" name="Google Shape;22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</p:sp>
        <p:sp>
          <p:nvSpPr>
            <p:cNvPr id="226" name="Google Shape;226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6"/>
          <p:cNvSpPr/>
          <p:nvPr/>
        </p:nvSpPr>
        <p:spPr>
          <a:xfrm>
            <a:off x="1643717" y="8654467"/>
            <a:ext cx="405640" cy="470855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6"/>
          <p:cNvSpPr txBox="1"/>
          <p:nvPr/>
        </p:nvSpPr>
        <p:spPr>
          <a:xfrm>
            <a:off x="2048846" y="8652923"/>
            <a:ext cx="56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sur les publicités</a:t>
            </a:r>
            <a:endParaRPr sz="1263"/>
          </a:p>
        </p:txBody>
      </p:sp>
      <p:grpSp>
        <p:nvGrpSpPr>
          <p:cNvPr id="229" name="Google Shape;229;p16"/>
          <p:cNvGrpSpPr/>
          <p:nvPr/>
        </p:nvGrpSpPr>
        <p:grpSpPr>
          <a:xfrm>
            <a:off x="959975" y="7062926"/>
            <a:ext cx="6710189" cy="888469"/>
            <a:chOff x="0" y="-38100"/>
            <a:chExt cx="4607064" cy="595289"/>
          </a:xfrm>
        </p:grpSpPr>
        <p:sp>
          <p:nvSpPr>
            <p:cNvPr id="230" name="Google Shape;23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</p:sp>
        <p:sp>
          <p:nvSpPr>
            <p:cNvPr id="231" name="Google Shape;23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16"/>
          <p:cNvSpPr/>
          <p:nvPr/>
        </p:nvSpPr>
        <p:spPr>
          <a:xfrm>
            <a:off x="1559501" y="7237756"/>
            <a:ext cx="688568" cy="601450"/>
          </a:xfrm>
          <a:custGeom>
            <a:rect b="b" l="l" r="r" t="t"/>
            <a:pathLst>
              <a:path extrusionOk="0" h="670139" w="670139">
                <a:moveTo>
                  <a:pt x="0" y="0"/>
                </a:moveTo>
                <a:lnTo>
                  <a:pt x="670139" y="0"/>
                </a:lnTo>
                <a:lnTo>
                  <a:pt x="670139" y="670139"/>
                </a:lnTo>
                <a:lnTo>
                  <a:pt x="0" y="6701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6"/>
          <p:cNvSpPr txBox="1"/>
          <p:nvPr/>
        </p:nvSpPr>
        <p:spPr>
          <a:xfrm>
            <a:off x="2088904" y="7319729"/>
            <a:ext cx="5610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Diffusion totale des publicités</a:t>
            </a:r>
            <a:endParaRPr sz="1263"/>
          </a:p>
        </p:txBody>
      </p:sp>
      <p:sp>
        <p:nvSpPr>
          <p:cNvPr id="234" name="Google Shape;234;p16"/>
          <p:cNvSpPr txBox="1"/>
          <p:nvPr/>
        </p:nvSpPr>
        <p:spPr>
          <a:xfrm>
            <a:off x="13314923" y="8664381"/>
            <a:ext cx="40131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12 179</a:t>
            </a:r>
            <a:endParaRPr sz="1263"/>
          </a:p>
        </p:txBody>
      </p:sp>
      <p:sp>
        <p:nvSpPr>
          <p:cNvPr id="235" name="Google Shape;235;p16"/>
          <p:cNvSpPr txBox="1"/>
          <p:nvPr/>
        </p:nvSpPr>
        <p:spPr>
          <a:xfrm>
            <a:off x="13314923" y="7232267"/>
            <a:ext cx="40131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149 258</a:t>
            </a:r>
            <a:endParaRPr sz="1263"/>
          </a:p>
        </p:txBody>
      </p:sp>
      <p:sp>
        <p:nvSpPr>
          <p:cNvPr id="236" name="Google Shape;236;p16"/>
          <p:cNvSpPr txBox="1"/>
          <p:nvPr/>
        </p:nvSpPr>
        <p:spPr>
          <a:xfrm>
            <a:off x="8185048" y="8652933"/>
            <a:ext cx="38961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19 830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8161953" y="7232276"/>
            <a:ext cx="41664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200 713</a:t>
            </a:r>
            <a:endParaRPr sz="1263"/>
          </a:p>
        </p:txBody>
      </p:sp>
      <p:pic>
        <p:nvPicPr>
          <p:cNvPr id="238" name="Google Shape;238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32001" y="5851631"/>
            <a:ext cx="789600" cy="735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32001" y="4807969"/>
            <a:ext cx="609600" cy="56768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6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RÉPARTITION DES PAGES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7" name="Google Shape;247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48" name="Google Shape;248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49" name="Google Shape;249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17"/>
          <p:cNvGrpSpPr/>
          <p:nvPr/>
        </p:nvGrpSpPr>
        <p:grpSpPr>
          <a:xfrm>
            <a:off x="819187" y="3520722"/>
            <a:ext cx="6503792" cy="867262"/>
            <a:chOff x="0" y="-57150"/>
            <a:chExt cx="4607064" cy="614339"/>
          </a:xfrm>
        </p:grpSpPr>
        <p:sp>
          <p:nvSpPr>
            <p:cNvPr id="251" name="Google Shape;25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52" name="Google Shape;25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17"/>
          <p:cNvGrpSpPr/>
          <p:nvPr/>
        </p:nvGrpSpPr>
        <p:grpSpPr>
          <a:xfrm>
            <a:off x="819187" y="4998146"/>
            <a:ext cx="6503792" cy="867262"/>
            <a:chOff x="0" y="-57150"/>
            <a:chExt cx="4607064" cy="614339"/>
          </a:xfrm>
        </p:grpSpPr>
        <p:sp>
          <p:nvSpPr>
            <p:cNvPr id="254" name="Google Shape;254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55" name="Google Shape;255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7"/>
          <p:cNvSpPr/>
          <p:nvPr/>
        </p:nvSpPr>
        <p:spPr>
          <a:xfrm>
            <a:off x="2265433" y="5278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7"/>
          <p:cNvSpPr/>
          <p:nvPr/>
        </p:nvSpPr>
        <p:spPr>
          <a:xfrm>
            <a:off x="1727487" y="371753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7"/>
          <p:cNvSpPr txBox="1"/>
          <p:nvPr/>
        </p:nvSpPr>
        <p:spPr>
          <a:xfrm>
            <a:off x="1719226" y="52335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1752337" y="37561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260" name="Google Shape;260;p17"/>
          <p:cNvGrpSpPr/>
          <p:nvPr/>
        </p:nvGrpSpPr>
        <p:grpSpPr>
          <a:xfrm>
            <a:off x="842909" y="8006016"/>
            <a:ext cx="6456339" cy="860935"/>
            <a:chOff x="0" y="-57150"/>
            <a:chExt cx="4607064" cy="614339"/>
          </a:xfrm>
        </p:grpSpPr>
        <p:sp>
          <p:nvSpPr>
            <p:cNvPr id="261" name="Google Shape;26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62" name="Google Shape;26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17"/>
          <p:cNvSpPr txBox="1"/>
          <p:nvPr/>
        </p:nvSpPr>
        <p:spPr>
          <a:xfrm>
            <a:off x="2165191" y="82449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64" name="Google Shape;264;p17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5" name="Google Shape;265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66" name="Google Shape;266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17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68" name="Google Shape;268;p17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69" name="Google Shape;269;p17"/>
          <p:cNvGrpSpPr/>
          <p:nvPr/>
        </p:nvGrpSpPr>
        <p:grpSpPr>
          <a:xfrm>
            <a:off x="842905" y="6475575"/>
            <a:ext cx="6503792" cy="840369"/>
            <a:chOff x="0" y="-38100"/>
            <a:chExt cx="4607064" cy="595289"/>
          </a:xfrm>
        </p:grpSpPr>
        <p:sp>
          <p:nvSpPr>
            <p:cNvPr id="270" name="Google Shape;27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71" name="Google Shape;271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7"/>
          <p:cNvSpPr/>
          <p:nvPr/>
        </p:nvSpPr>
        <p:spPr>
          <a:xfrm>
            <a:off x="2139124" y="65775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7"/>
          <p:cNvSpPr txBox="1"/>
          <p:nvPr/>
        </p:nvSpPr>
        <p:spPr>
          <a:xfrm>
            <a:off x="1927045" y="666353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7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77" name="Google Shape;277;p17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50" y="81480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7"/>
          <p:cNvSpPr txBox="1"/>
          <p:nvPr/>
        </p:nvSpPr>
        <p:spPr>
          <a:xfrm>
            <a:off x="13139238" y="3621638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59 250</a:t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131615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9 515</a:t>
            </a:r>
            <a:endParaRPr/>
          </a:p>
        </p:txBody>
      </p:sp>
      <p:sp>
        <p:nvSpPr>
          <p:cNvPr id="280" name="Google Shape;280;p17"/>
          <p:cNvSpPr txBox="1"/>
          <p:nvPr/>
        </p:nvSpPr>
        <p:spPr>
          <a:xfrm>
            <a:off x="13139242" y="6524721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238,49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1" name="Google Shape;281;p17"/>
          <p:cNvSpPr txBox="1"/>
          <p:nvPr/>
        </p:nvSpPr>
        <p:spPr>
          <a:xfrm>
            <a:off x="13139238" y="8139763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0,03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8355201" y="3621638"/>
            <a:ext cx="4063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74 879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85243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16 326</a:t>
            </a:r>
            <a:endParaRPr/>
          </a:p>
        </p:txBody>
      </p:sp>
      <p:sp>
        <p:nvSpPr>
          <p:cNvPr id="284" name="Google Shape;284;p17"/>
          <p:cNvSpPr txBox="1"/>
          <p:nvPr/>
        </p:nvSpPr>
        <p:spPr>
          <a:xfrm>
            <a:off x="7994003" y="6506588"/>
            <a:ext cx="4785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279,21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8149250" y="8139763"/>
            <a:ext cx="4475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0,02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91" name="Google Shape;291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2" name="Google Shape;292;p18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93" name="Google Shape;293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94" name="Google Shape;294;p18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18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96" name="Google Shape;296;p18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8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98" name="Google Shape;298;p18"/>
          <p:cNvCxnSpPr/>
          <p:nvPr/>
        </p:nvCxnSpPr>
        <p:spPr>
          <a:xfrm rot="10800000">
            <a:off x="13891625" y="3274850"/>
            <a:ext cx="36600" cy="46695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299" name="Google Shape;299;p18"/>
          <p:cNvGrpSpPr/>
          <p:nvPr/>
        </p:nvGrpSpPr>
        <p:grpSpPr>
          <a:xfrm>
            <a:off x="840128" y="4148758"/>
            <a:ext cx="8614288" cy="1113071"/>
            <a:chOff x="0" y="-38100"/>
            <a:chExt cx="4607064" cy="595289"/>
          </a:xfrm>
        </p:grpSpPr>
        <p:sp>
          <p:nvSpPr>
            <p:cNvPr id="300" name="Google Shape;300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0984"/>
            </a:solidFill>
            <a:ln>
              <a:noFill/>
            </a:ln>
          </p:spPr>
        </p:sp>
        <p:sp>
          <p:nvSpPr>
            <p:cNvPr id="301" name="Google Shape;301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8"/>
          <p:cNvGrpSpPr/>
          <p:nvPr/>
        </p:nvGrpSpPr>
        <p:grpSpPr>
          <a:xfrm>
            <a:off x="840128" y="5709434"/>
            <a:ext cx="8614288" cy="1113071"/>
            <a:chOff x="0" y="-38100"/>
            <a:chExt cx="4607064" cy="595289"/>
          </a:xfrm>
        </p:grpSpPr>
        <p:sp>
          <p:nvSpPr>
            <p:cNvPr id="303" name="Google Shape;303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095E"/>
            </a:solidFill>
            <a:ln>
              <a:noFill/>
            </a:ln>
          </p:spPr>
        </p:sp>
        <p:sp>
          <p:nvSpPr>
            <p:cNvPr id="304" name="Google Shape;304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p18"/>
          <p:cNvSpPr/>
          <p:nvPr/>
        </p:nvSpPr>
        <p:spPr>
          <a:xfrm>
            <a:off x="1744549" y="5971252"/>
            <a:ext cx="443539" cy="589420"/>
          </a:xfrm>
          <a:custGeom>
            <a:rect b="b" l="l" r="r" t="t"/>
            <a:pathLst>
              <a:path extrusionOk="0" h="589420" w="443539">
                <a:moveTo>
                  <a:pt x="0" y="0"/>
                </a:moveTo>
                <a:lnTo>
                  <a:pt x="443539" y="0"/>
                </a:lnTo>
                <a:lnTo>
                  <a:pt x="443539" y="589420"/>
                </a:lnTo>
                <a:lnTo>
                  <a:pt x="0" y="589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18"/>
          <p:cNvSpPr/>
          <p:nvPr/>
        </p:nvSpPr>
        <p:spPr>
          <a:xfrm>
            <a:off x="1496494" y="4367779"/>
            <a:ext cx="752901" cy="752901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1" y="0"/>
                </a:lnTo>
                <a:lnTo>
                  <a:pt x="752901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18"/>
          <p:cNvSpPr txBox="1"/>
          <p:nvPr/>
        </p:nvSpPr>
        <p:spPr>
          <a:xfrm>
            <a:off x="2387725" y="6035113"/>
            <a:ext cx="67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COUT PAR </a:t>
            </a:r>
            <a:r>
              <a:rPr b="1" lang="en-US" sz="2999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CONVERSION MAJEURE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2343762" y="4477653"/>
            <a:ext cx="61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CTR MOYEN</a:t>
            </a:r>
            <a:endParaRPr/>
          </a:p>
        </p:txBody>
      </p:sp>
      <p:sp>
        <p:nvSpPr>
          <p:cNvPr id="309" name="Google Shape;309;p18"/>
          <p:cNvSpPr txBox="1"/>
          <p:nvPr/>
        </p:nvSpPr>
        <p:spPr>
          <a:xfrm>
            <a:off x="13891685" y="44783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16.06%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0" name="Google Shape;310;p18"/>
          <p:cNvSpPr txBox="1"/>
          <p:nvPr/>
        </p:nvSpPr>
        <p:spPr>
          <a:xfrm>
            <a:off x="13891685" y="6039065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3,97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10126535" y="46185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21.80%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2" name="Google Shape;312;p18"/>
          <p:cNvSpPr txBox="1"/>
          <p:nvPr/>
        </p:nvSpPr>
        <p:spPr>
          <a:xfrm>
            <a:off x="10126535" y="6179265"/>
            <a:ext cx="3556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0,78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3" name="Google Shape;313;p18"/>
          <p:cNvSpPr txBox="1"/>
          <p:nvPr/>
        </p:nvSpPr>
        <p:spPr>
          <a:xfrm>
            <a:off x="13891676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10126525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 txBox="1"/>
          <p:nvPr/>
        </p:nvSpPr>
        <p:spPr>
          <a:xfrm>
            <a:off x="3196211" y="419260"/>
            <a:ext cx="11895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MICROSOFT ADS</a:t>
            </a:r>
            <a:endParaRPr sz="6700">
              <a:solidFill>
                <a:srgbClr val="FFFFFF"/>
              </a:solidFill>
              <a:latin typeface="Allerta Stencil"/>
              <a:ea typeface="Allerta Stencil"/>
              <a:cs typeface="Allerta Stencil"/>
              <a:sym typeface="Allerta Stencil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1" name="Google Shape;321;p19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322" name="Google Shape;322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23" name="Google Shape;323;p19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" name="Google Shape;324;p19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325" name="Google Shape;325;p19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26" name="Google Shape;326;p19"/>
          <p:cNvCxnSpPr/>
          <p:nvPr/>
        </p:nvCxnSpPr>
        <p:spPr>
          <a:xfrm rot="10800000">
            <a:off x="14368500" y="2959875"/>
            <a:ext cx="21000" cy="5868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327" name="Google Shape;327;p19"/>
          <p:cNvGrpSpPr/>
          <p:nvPr/>
        </p:nvGrpSpPr>
        <p:grpSpPr>
          <a:xfrm>
            <a:off x="1001875" y="3521199"/>
            <a:ext cx="8614288" cy="984191"/>
            <a:chOff x="0" y="-38100"/>
            <a:chExt cx="4607064" cy="595289"/>
          </a:xfrm>
        </p:grpSpPr>
        <p:sp>
          <p:nvSpPr>
            <p:cNvPr id="328" name="Google Shape;328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5D05"/>
            </a:solidFill>
            <a:ln>
              <a:noFill/>
            </a:ln>
          </p:spPr>
        </p:sp>
        <p:sp>
          <p:nvSpPr>
            <p:cNvPr id="329" name="Google Shape;329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19"/>
          <p:cNvGrpSpPr/>
          <p:nvPr/>
        </p:nvGrpSpPr>
        <p:grpSpPr>
          <a:xfrm>
            <a:off x="1001875" y="4901144"/>
            <a:ext cx="8614288" cy="984191"/>
            <a:chOff x="0" y="-38100"/>
            <a:chExt cx="4607064" cy="595289"/>
          </a:xfrm>
        </p:grpSpPr>
        <p:sp>
          <p:nvSpPr>
            <p:cNvPr id="331" name="Google Shape;331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A20C"/>
            </a:solidFill>
            <a:ln>
              <a:noFill/>
            </a:ln>
          </p:spPr>
        </p:sp>
        <p:sp>
          <p:nvSpPr>
            <p:cNvPr id="332" name="Google Shape;332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p19"/>
          <p:cNvSpPr/>
          <p:nvPr/>
        </p:nvSpPr>
        <p:spPr>
          <a:xfrm>
            <a:off x="2367569" y="5164155"/>
            <a:ext cx="443539" cy="521637"/>
          </a:xfrm>
          <a:custGeom>
            <a:rect b="b" l="l" r="r" t="t"/>
            <a:pathLst>
              <a:path extrusionOk="0" h="589420" w="443539">
                <a:moveTo>
                  <a:pt x="0" y="0"/>
                </a:moveTo>
                <a:lnTo>
                  <a:pt x="443539" y="0"/>
                </a:lnTo>
                <a:lnTo>
                  <a:pt x="443539" y="589420"/>
                </a:lnTo>
                <a:lnTo>
                  <a:pt x="0" y="589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4" name="Google Shape;334;p19"/>
          <p:cNvSpPr/>
          <p:nvPr/>
        </p:nvSpPr>
        <p:spPr>
          <a:xfrm>
            <a:off x="2196467" y="3730969"/>
            <a:ext cx="752901" cy="666317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0" y="0"/>
                </a:lnTo>
                <a:lnTo>
                  <a:pt x="752900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5" name="Google Shape;335;p19"/>
          <p:cNvGrpSpPr/>
          <p:nvPr/>
        </p:nvGrpSpPr>
        <p:grpSpPr>
          <a:xfrm>
            <a:off x="1001875" y="6277135"/>
            <a:ext cx="8614288" cy="984191"/>
            <a:chOff x="0" y="-38100"/>
            <a:chExt cx="4607064" cy="595289"/>
          </a:xfrm>
        </p:grpSpPr>
        <p:sp>
          <p:nvSpPr>
            <p:cNvPr id="336" name="Google Shape;336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BB21"/>
            </a:solidFill>
            <a:ln>
              <a:noFill/>
            </a:ln>
          </p:spPr>
        </p:sp>
        <p:sp>
          <p:nvSpPr>
            <p:cNvPr id="337" name="Google Shape;337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8" name="Google Shape;338;p19"/>
          <p:cNvSpPr/>
          <p:nvPr/>
        </p:nvSpPr>
        <p:spPr>
          <a:xfrm>
            <a:off x="2803605" y="6393830"/>
            <a:ext cx="762816" cy="868286"/>
          </a:xfrm>
          <a:custGeom>
            <a:rect b="b" l="l" r="r" t="t"/>
            <a:pathLst>
              <a:path extrusionOk="0" h="981114" w="762816">
                <a:moveTo>
                  <a:pt x="0" y="0"/>
                </a:moveTo>
                <a:lnTo>
                  <a:pt x="762816" y="0"/>
                </a:lnTo>
                <a:lnTo>
                  <a:pt x="762816" y="981114"/>
                </a:lnTo>
                <a:lnTo>
                  <a:pt x="0" y="981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9" name="Google Shape;339;p19"/>
          <p:cNvGrpSpPr/>
          <p:nvPr/>
        </p:nvGrpSpPr>
        <p:grpSpPr>
          <a:xfrm>
            <a:off x="1001875" y="7653124"/>
            <a:ext cx="8614288" cy="984191"/>
            <a:chOff x="0" y="-38100"/>
            <a:chExt cx="4607064" cy="595289"/>
          </a:xfrm>
        </p:grpSpPr>
        <p:sp>
          <p:nvSpPr>
            <p:cNvPr id="340" name="Google Shape;34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800"/>
            </a:solidFill>
            <a:ln>
              <a:noFill/>
            </a:ln>
          </p:spPr>
        </p:sp>
        <p:sp>
          <p:nvSpPr>
            <p:cNvPr id="341" name="Google Shape;341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2" name="Google Shape;342;p19"/>
          <p:cNvSpPr/>
          <p:nvPr/>
        </p:nvSpPr>
        <p:spPr>
          <a:xfrm>
            <a:off x="2739685" y="7859289"/>
            <a:ext cx="752901" cy="666317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0" y="0"/>
                </a:lnTo>
                <a:lnTo>
                  <a:pt x="752900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3" name="Google Shape;343;p19"/>
          <p:cNvSpPr txBox="1"/>
          <p:nvPr/>
        </p:nvSpPr>
        <p:spPr>
          <a:xfrm>
            <a:off x="2567959" y="5196421"/>
            <a:ext cx="623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Microsoft ADS</a:t>
            </a:r>
            <a:endParaRPr/>
          </a:p>
        </p:txBody>
      </p:sp>
      <p:sp>
        <p:nvSpPr>
          <p:cNvPr id="344" name="Google Shape;344;p19"/>
          <p:cNvSpPr txBox="1"/>
          <p:nvPr/>
        </p:nvSpPr>
        <p:spPr>
          <a:xfrm>
            <a:off x="2505507" y="3812008"/>
            <a:ext cx="61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Impressions Microsoft ADS</a:t>
            </a:r>
            <a:endParaRPr/>
          </a:p>
        </p:txBody>
      </p:sp>
      <p:sp>
        <p:nvSpPr>
          <p:cNvPr id="345" name="Google Shape;345;p19"/>
          <p:cNvSpPr txBox="1"/>
          <p:nvPr/>
        </p:nvSpPr>
        <p:spPr>
          <a:xfrm>
            <a:off x="2949366" y="6575941"/>
            <a:ext cx="519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Coût Microsoft ADS</a:t>
            </a:r>
            <a:endParaRPr/>
          </a:p>
        </p:txBody>
      </p:sp>
      <p:sp>
        <p:nvSpPr>
          <p:cNvPr id="346" name="Google Shape;346;p19"/>
          <p:cNvSpPr txBox="1"/>
          <p:nvPr/>
        </p:nvSpPr>
        <p:spPr>
          <a:xfrm>
            <a:off x="3566420" y="7951931"/>
            <a:ext cx="40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Coût par clic Moyen</a:t>
            </a:r>
            <a:endParaRPr/>
          </a:p>
        </p:txBody>
      </p:sp>
      <p:sp>
        <p:nvSpPr>
          <p:cNvPr id="347" name="Google Shape;347;p19"/>
          <p:cNvSpPr txBox="1"/>
          <p:nvPr/>
        </p:nvSpPr>
        <p:spPr>
          <a:xfrm>
            <a:off x="14405175" y="3396725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5 969</a:t>
            </a:r>
            <a:endParaRPr sz="4000"/>
          </a:p>
        </p:txBody>
      </p:sp>
      <p:sp>
        <p:nvSpPr>
          <p:cNvPr id="348" name="Google Shape;348;p19"/>
          <p:cNvSpPr txBox="1"/>
          <p:nvPr/>
        </p:nvSpPr>
        <p:spPr>
          <a:xfrm>
            <a:off x="14405174" y="4957400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109</a:t>
            </a:r>
            <a:endParaRPr sz="4000"/>
          </a:p>
        </p:txBody>
      </p:sp>
      <p:sp>
        <p:nvSpPr>
          <p:cNvPr id="349" name="Google Shape;349;p19"/>
          <p:cNvSpPr txBox="1"/>
          <p:nvPr/>
        </p:nvSpPr>
        <p:spPr>
          <a:xfrm>
            <a:off x="14405174" y="6515525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73,69</a:t>
            </a: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50" name="Google Shape;350;p19"/>
          <p:cNvSpPr txBox="1"/>
          <p:nvPr/>
        </p:nvSpPr>
        <p:spPr>
          <a:xfrm>
            <a:off x="14405174" y="8074075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0,68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51" name="Google Shape;351;p19"/>
          <p:cNvSpPr txBox="1"/>
          <p:nvPr/>
        </p:nvSpPr>
        <p:spPr>
          <a:xfrm>
            <a:off x="9834324" y="3396725"/>
            <a:ext cx="433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28 191</a:t>
            </a:r>
            <a:endParaRPr sz="4000"/>
          </a:p>
        </p:txBody>
      </p:sp>
      <p:sp>
        <p:nvSpPr>
          <p:cNvPr id="352" name="Google Shape;352;p19"/>
          <p:cNvSpPr txBox="1"/>
          <p:nvPr/>
        </p:nvSpPr>
        <p:spPr>
          <a:xfrm>
            <a:off x="9834323" y="4957400"/>
            <a:ext cx="433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202</a:t>
            </a:r>
            <a:endParaRPr sz="4000"/>
          </a:p>
        </p:txBody>
      </p:sp>
      <p:sp>
        <p:nvSpPr>
          <p:cNvPr id="353" name="Google Shape;353;p19"/>
          <p:cNvSpPr txBox="1"/>
          <p:nvPr/>
        </p:nvSpPr>
        <p:spPr>
          <a:xfrm>
            <a:off x="9834323" y="6515525"/>
            <a:ext cx="447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82,85</a:t>
            </a: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54" name="Google Shape;354;p19"/>
          <p:cNvSpPr txBox="1"/>
          <p:nvPr/>
        </p:nvSpPr>
        <p:spPr>
          <a:xfrm>
            <a:off x="9834323" y="8074075"/>
            <a:ext cx="447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0,41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55" name="Google Shape;355;p19"/>
          <p:cNvSpPr txBox="1"/>
          <p:nvPr/>
        </p:nvSpPr>
        <p:spPr>
          <a:xfrm>
            <a:off x="14405176" y="2779350"/>
            <a:ext cx="37980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6" name="Google Shape;356;p19"/>
          <p:cNvSpPr txBox="1"/>
          <p:nvPr/>
        </p:nvSpPr>
        <p:spPr>
          <a:xfrm>
            <a:off x="10515313" y="2647850"/>
            <a:ext cx="367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357" name="Google Shape;357;p19" title="Microsoft-Advertising-removebg-previ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906300" y="525126"/>
            <a:ext cx="4475400" cy="2519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20"/>
          <p:cNvGrpSpPr/>
          <p:nvPr/>
        </p:nvGrpSpPr>
        <p:grpSpPr>
          <a:xfrm>
            <a:off x="1100213" y="3540288"/>
            <a:ext cx="6507939" cy="873825"/>
            <a:chOff x="0" y="-38100"/>
            <a:chExt cx="4607064" cy="595289"/>
          </a:xfrm>
        </p:grpSpPr>
        <p:sp>
          <p:nvSpPr>
            <p:cNvPr id="363" name="Google Shape;363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364" name="Google Shape;364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20"/>
          <p:cNvSpPr/>
          <p:nvPr/>
        </p:nvSpPr>
        <p:spPr>
          <a:xfrm>
            <a:off x="2560799" y="3751618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6" name="Google Shape;366;p20"/>
          <p:cNvSpPr txBox="1"/>
          <p:nvPr/>
        </p:nvSpPr>
        <p:spPr>
          <a:xfrm>
            <a:off x="2327960" y="3781982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367" name="Google Shape;367;p20"/>
          <p:cNvSpPr txBox="1"/>
          <p:nvPr/>
        </p:nvSpPr>
        <p:spPr>
          <a:xfrm>
            <a:off x="4443158" y="746913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368" name="Google Shape;368;p20"/>
          <p:cNvGrpSpPr/>
          <p:nvPr/>
        </p:nvGrpSpPr>
        <p:grpSpPr>
          <a:xfrm>
            <a:off x="1100214" y="4861825"/>
            <a:ext cx="6456339" cy="834238"/>
            <a:chOff x="0" y="-38100"/>
            <a:chExt cx="4607064" cy="595289"/>
          </a:xfrm>
        </p:grpSpPr>
        <p:sp>
          <p:nvSpPr>
            <p:cNvPr id="369" name="Google Shape;369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70" name="Google Shape;370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1" name="Google Shape;371;p20"/>
          <p:cNvSpPr txBox="1"/>
          <p:nvPr/>
        </p:nvSpPr>
        <p:spPr>
          <a:xfrm>
            <a:off x="2070488" y="5067404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Google ADS</a:t>
            </a:r>
            <a:endParaRPr/>
          </a:p>
        </p:txBody>
      </p:sp>
      <p:grpSp>
        <p:nvGrpSpPr>
          <p:cNvPr id="372" name="Google Shape;372;p20"/>
          <p:cNvGrpSpPr/>
          <p:nvPr/>
        </p:nvGrpSpPr>
        <p:grpSpPr>
          <a:xfrm>
            <a:off x="1151886" y="6191673"/>
            <a:ext cx="6456339" cy="834238"/>
            <a:chOff x="0" y="-38100"/>
            <a:chExt cx="4607064" cy="595289"/>
          </a:xfrm>
        </p:grpSpPr>
        <p:sp>
          <p:nvSpPr>
            <p:cNvPr id="373" name="Google Shape;373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74" name="Google Shape;374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20"/>
          <p:cNvSpPr txBox="1"/>
          <p:nvPr/>
        </p:nvSpPr>
        <p:spPr>
          <a:xfrm>
            <a:off x="2070488" y="6376377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grpSp>
        <p:nvGrpSpPr>
          <p:cNvPr id="376" name="Google Shape;376;p20"/>
          <p:cNvGrpSpPr/>
          <p:nvPr/>
        </p:nvGrpSpPr>
        <p:grpSpPr>
          <a:xfrm>
            <a:off x="1100214" y="7490215"/>
            <a:ext cx="6456339" cy="834238"/>
            <a:chOff x="0" y="-38100"/>
            <a:chExt cx="4607064" cy="595289"/>
          </a:xfrm>
        </p:grpSpPr>
        <p:sp>
          <p:nvSpPr>
            <p:cNvPr id="377" name="Google Shape;377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78" name="Google Shape;378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9" name="Google Shape;379;p20"/>
          <p:cNvSpPr txBox="1"/>
          <p:nvPr/>
        </p:nvSpPr>
        <p:spPr>
          <a:xfrm>
            <a:off x="2177638" y="7695792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380" name="Google Shape;380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1" name="Google Shape;381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82" name="Google Shape;382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83" name="Google Shape;383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4" name="Google Shape;384;p20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385" name="Google Shape;385;p20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86" name="Google Shape;386;p20"/>
          <p:cNvCxnSpPr/>
          <p:nvPr/>
        </p:nvCxnSpPr>
        <p:spPr>
          <a:xfrm rot="10800000">
            <a:off x="12938568" y="303530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87" name="Google Shape;387;p20"/>
          <p:cNvSpPr txBox="1"/>
          <p:nvPr/>
        </p:nvSpPr>
        <p:spPr>
          <a:xfrm>
            <a:off x="13573982" y="2708613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8" name="Google Shape;388;p20"/>
          <p:cNvSpPr txBox="1"/>
          <p:nvPr/>
        </p:nvSpPr>
        <p:spPr>
          <a:xfrm>
            <a:off x="8968613" y="2708613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389" name="Google Shape;389;p20"/>
          <p:cNvSpPr txBox="1"/>
          <p:nvPr/>
        </p:nvSpPr>
        <p:spPr>
          <a:xfrm>
            <a:off x="13547296" y="364426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958,13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90" name="Google Shape;390;p20"/>
          <p:cNvSpPr txBox="1"/>
          <p:nvPr/>
        </p:nvSpPr>
        <p:spPr>
          <a:xfrm>
            <a:off x="13447391" y="4916810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645,95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1" name="Google Shape;391;p20"/>
          <p:cNvSpPr txBox="1"/>
          <p:nvPr/>
        </p:nvSpPr>
        <p:spPr>
          <a:xfrm>
            <a:off x="13447391" y="6288162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238,49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2" name="Google Shape;392;p20"/>
          <p:cNvSpPr txBox="1"/>
          <p:nvPr/>
        </p:nvSpPr>
        <p:spPr>
          <a:xfrm>
            <a:off x="8259665" y="3644263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1 058,15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93" name="Google Shape;393;p20"/>
          <p:cNvSpPr txBox="1"/>
          <p:nvPr/>
        </p:nvSpPr>
        <p:spPr>
          <a:xfrm>
            <a:off x="8158161" y="4916807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696,09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4" name="Google Shape;394;p20"/>
          <p:cNvSpPr txBox="1"/>
          <p:nvPr/>
        </p:nvSpPr>
        <p:spPr>
          <a:xfrm>
            <a:off x="8158161" y="628815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279,21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5" name="Google Shape;395;p20"/>
          <p:cNvSpPr txBox="1"/>
          <p:nvPr/>
        </p:nvSpPr>
        <p:spPr>
          <a:xfrm>
            <a:off x="13447391" y="7573150"/>
            <a:ext cx="3640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2,08€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6" name="Google Shape;396;p20"/>
          <p:cNvSpPr txBox="1"/>
          <p:nvPr/>
        </p:nvSpPr>
        <p:spPr>
          <a:xfrm>
            <a:off x="8158161" y="7573141"/>
            <a:ext cx="4493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0,56</a:t>
            </a: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7" name="Google Shape;397;p20"/>
          <p:cNvSpPr/>
          <p:nvPr/>
        </p:nvSpPr>
        <p:spPr>
          <a:xfrm>
            <a:off x="2070489" y="491907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8" name="Google Shape;398;p20"/>
          <p:cNvSpPr/>
          <p:nvPr/>
        </p:nvSpPr>
        <p:spPr>
          <a:xfrm>
            <a:off x="2226464" y="62879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9" name="Google Shape;399;p20"/>
          <p:cNvSpPr/>
          <p:nvPr/>
        </p:nvSpPr>
        <p:spPr>
          <a:xfrm>
            <a:off x="1837014" y="7571263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1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5" name="Google Shape;405;p21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6" name="Google Shape;406;p21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7" name="Google Shape;407;p21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408" name="Google Shape;408;p21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409" name="Google Shape;409;p21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