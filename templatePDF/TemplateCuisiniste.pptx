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10287000" cx="18288000"/>
  <p:notesSz cx="6858000" cy="9144000"/>
  <p:embeddedFontLst>
    <p:embeddedFont>
      <p:font typeface="Anton"/>
      <p:regular r:id="rId14"/>
    </p:embeddedFont>
    <p:embeddedFont>
      <p:font typeface="Poppins"/>
      <p:bold r:id="rId15"/>
      <p:boldItalic r:id="rId16"/>
    </p:embeddedFont>
    <p:embeddedFont>
      <p:font typeface="Allerta Stencil"/>
      <p:regular r:id="rId17"/>
    </p:embeddedFont>
    <p:embeddedFont>
      <p:font typeface="DM Sans"/>
      <p:bold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oppins-bold.fntdata"/><Relationship Id="rId14" Type="http://schemas.openxmlformats.org/officeDocument/2006/relationships/font" Target="fonts/Anton-regular.fntdata"/><Relationship Id="rId17" Type="http://schemas.openxmlformats.org/officeDocument/2006/relationships/font" Target="fonts/AllertaStencil-regular.fntdata"/><Relationship Id="rId16" Type="http://schemas.openxmlformats.org/officeDocument/2006/relationships/font" Target="fonts/Poppins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boldItalic.fntdata"/><Relationship Id="rId6" Type="http://schemas.openxmlformats.org/officeDocument/2006/relationships/slide" Target="slides/slide1.xml"/><Relationship Id="rId18" Type="http://schemas.openxmlformats.org/officeDocument/2006/relationships/font" Target="fonts/DM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b4df243d97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b4df243d97_0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b4df243d97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g3b4df243d97_0_1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4.png"/><Relationship Id="rId4" Type="http://schemas.openxmlformats.org/officeDocument/2006/relationships/image" Target="../media/image4.jpg"/><Relationship Id="rId5" Type="http://schemas.openxmlformats.org/officeDocument/2006/relationships/image" Target="../media/image10.png"/><Relationship Id="rId6" Type="http://schemas.openxmlformats.org/officeDocument/2006/relationships/image" Target="../media/image15.png"/><Relationship Id="rId7" Type="http://schemas.openxmlformats.org/officeDocument/2006/relationships/image" Target="../media/image11.png"/><Relationship Id="rId8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Relationship Id="rId10" Type="http://schemas.openxmlformats.org/officeDocument/2006/relationships/image" Target="../media/image2.png"/><Relationship Id="rId9" Type="http://schemas.openxmlformats.org/officeDocument/2006/relationships/image" Target="../media/image24.png"/><Relationship Id="rId5" Type="http://schemas.openxmlformats.org/officeDocument/2006/relationships/image" Target="../media/image5.png"/><Relationship Id="rId6" Type="http://schemas.openxmlformats.org/officeDocument/2006/relationships/image" Target="../media/image13.png"/><Relationship Id="rId7" Type="http://schemas.openxmlformats.org/officeDocument/2006/relationships/image" Target="../media/image1.png"/><Relationship Id="rId8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10" Type="http://schemas.openxmlformats.org/officeDocument/2006/relationships/image" Target="../media/image6.png"/><Relationship Id="rId9" Type="http://schemas.openxmlformats.org/officeDocument/2006/relationships/image" Target="../media/image3.png"/><Relationship Id="rId5" Type="http://schemas.openxmlformats.org/officeDocument/2006/relationships/image" Target="../media/image13.png"/><Relationship Id="rId6" Type="http://schemas.openxmlformats.org/officeDocument/2006/relationships/image" Target="../media/image11.png"/><Relationship Id="rId7" Type="http://schemas.openxmlformats.org/officeDocument/2006/relationships/image" Target="../media/image5.png"/><Relationship Id="rId8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28.png"/><Relationship Id="rId10" Type="http://schemas.openxmlformats.org/officeDocument/2006/relationships/image" Target="../media/image32.png"/><Relationship Id="rId13" Type="http://schemas.openxmlformats.org/officeDocument/2006/relationships/image" Target="../media/image13.png"/><Relationship Id="rId1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Relationship Id="rId9" Type="http://schemas.openxmlformats.org/officeDocument/2006/relationships/image" Target="../media/image29.png"/><Relationship Id="rId5" Type="http://schemas.openxmlformats.org/officeDocument/2006/relationships/image" Target="../media/image5.png"/><Relationship Id="rId6" Type="http://schemas.openxmlformats.org/officeDocument/2006/relationships/image" Target="../media/image19.png"/><Relationship Id="rId7" Type="http://schemas.openxmlformats.org/officeDocument/2006/relationships/image" Target="../media/image30.png"/><Relationship Id="rId8" Type="http://schemas.openxmlformats.org/officeDocument/2006/relationships/image" Target="../media/image25.png"/></Relationships>
</file>

<file path=ppt/slides/_rels/slide5.xml.rels><?xml version="1.0" encoding="UTF-8" standalone="yes"?><Relationships xmlns="http://schemas.openxmlformats.org/package/2006/relationships"><Relationship Id="rId10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9" Type="http://schemas.openxmlformats.org/officeDocument/2006/relationships/image" Target="../media/image21.png"/><Relationship Id="rId5" Type="http://schemas.openxmlformats.org/officeDocument/2006/relationships/image" Target="../media/image13.png"/><Relationship Id="rId6" Type="http://schemas.openxmlformats.org/officeDocument/2006/relationships/image" Target="../media/image11.png"/><Relationship Id="rId7" Type="http://schemas.openxmlformats.org/officeDocument/2006/relationships/image" Target="../media/image5.png"/><Relationship Id="rId8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9" Type="http://schemas.openxmlformats.org/officeDocument/2006/relationships/image" Target="../media/image31.png"/><Relationship Id="rId5" Type="http://schemas.openxmlformats.org/officeDocument/2006/relationships/image" Target="../media/image13.png"/><Relationship Id="rId6" Type="http://schemas.openxmlformats.org/officeDocument/2006/relationships/image" Target="../media/image11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Relationship Id="rId4" Type="http://schemas.openxmlformats.org/officeDocument/2006/relationships/image" Target="../media/image15.png"/><Relationship Id="rId5" Type="http://schemas.openxmlformats.org/officeDocument/2006/relationships/image" Target="../media/image11.png"/><Relationship Id="rId6" Type="http://schemas.openxmlformats.org/officeDocument/2006/relationships/image" Target="../media/image5.png"/><Relationship Id="rId7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4.png"/><Relationship Id="rId4" Type="http://schemas.openxmlformats.org/officeDocument/2006/relationships/image" Target="../media/image10.png"/><Relationship Id="rId5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73245" y="0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10378499" y="649481"/>
            <a:ext cx="7519437" cy="8987928"/>
          </a:xfrm>
          <a:custGeom>
            <a:rect b="b" l="l" r="r" t="t"/>
            <a:pathLst>
              <a:path extrusionOk="0" h="10286873" w="8606155">
                <a:moveTo>
                  <a:pt x="8606155" y="10251440"/>
                </a:moveTo>
                <a:cubicBezTo>
                  <a:pt x="8606155" y="10284587"/>
                  <a:pt x="8595487" y="10286873"/>
                  <a:pt x="8567674" y="10286873"/>
                </a:cubicBezTo>
                <a:cubicBezTo>
                  <a:pt x="5713095" y="10286238"/>
                  <a:pt x="2858643" y="10286238"/>
                  <a:pt x="4064" y="10286238"/>
                </a:cubicBezTo>
                <a:cubicBezTo>
                  <a:pt x="0" y="10272395"/>
                  <a:pt x="6350" y="10259822"/>
                  <a:pt x="9271" y="10246995"/>
                </a:cubicBezTo>
                <a:cubicBezTo>
                  <a:pt x="134747" y="9685401"/>
                  <a:pt x="260350" y="9123934"/>
                  <a:pt x="386207" y="8562467"/>
                </a:cubicBezTo>
                <a:cubicBezTo>
                  <a:pt x="565658" y="7761986"/>
                  <a:pt x="745490" y="6961632"/>
                  <a:pt x="924814" y="6161151"/>
                </a:cubicBezTo>
                <a:cubicBezTo>
                  <a:pt x="1146302" y="5172583"/>
                  <a:pt x="1367282" y="4184015"/>
                  <a:pt x="1588643" y="3195574"/>
                </a:cubicBezTo>
                <a:cubicBezTo>
                  <a:pt x="1813560" y="2191385"/>
                  <a:pt x="2038604" y="1187323"/>
                  <a:pt x="2264156" y="183261"/>
                </a:cubicBezTo>
                <a:cubicBezTo>
                  <a:pt x="2277872" y="122174"/>
                  <a:pt x="2286635" y="59690"/>
                  <a:pt x="2308860" y="635"/>
                </a:cubicBezTo>
                <a:cubicBezTo>
                  <a:pt x="4395216" y="635"/>
                  <a:pt x="6481572" y="635"/>
                  <a:pt x="8567928" y="0"/>
                </a:cubicBezTo>
                <a:cubicBezTo>
                  <a:pt x="8596249" y="0"/>
                  <a:pt x="8605901" y="3429"/>
                  <a:pt x="8605901" y="35814"/>
                </a:cubicBezTo>
                <a:cubicBezTo>
                  <a:pt x="8605139" y="3441065"/>
                  <a:pt x="8605139" y="6846316"/>
                  <a:pt x="8606155" y="1025144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9728" r="-39728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1115596" y="1301090"/>
            <a:ext cx="8028404" cy="873089"/>
          </a:xfrm>
          <a:custGeom>
            <a:rect b="b" l="l" r="r" t="t"/>
            <a:pathLst>
              <a:path extrusionOk="0" h="873089" w="8028404">
                <a:moveTo>
                  <a:pt x="0" y="0"/>
                </a:moveTo>
                <a:lnTo>
                  <a:pt x="8028404" y="0"/>
                </a:lnTo>
                <a:lnTo>
                  <a:pt x="8028404" y="873089"/>
                </a:lnTo>
                <a:lnTo>
                  <a:pt x="0" y="873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7" name="Google Shape;87;p13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88" name="Google Shape;88;p13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89" name="Google Shape;89;p13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3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3"/>
          <p:cNvSpPr/>
          <p:nvPr/>
        </p:nvSpPr>
        <p:spPr>
          <a:xfrm>
            <a:off x="9500831" y="256675"/>
            <a:ext cx="880108" cy="772025"/>
          </a:xfrm>
          <a:custGeom>
            <a:rect b="b" l="l" r="r" t="t"/>
            <a:pathLst>
              <a:path extrusionOk="0" h="772025" w="880108">
                <a:moveTo>
                  <a:pt x="0" y="0"/>
                </a:moveTo>
                <a:lnTo>
                  <a:pt x="880109" y="0"/>
                </a:lnTo>
                <a:lnTo>
                  <a:pt x="880109" y="772025"/>
                </a:lnTo>
                <a:lnTo>
                  <a:pt x="0" y="7720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3"/>
          <p:cNvSpPr/>
          <p:nvPr/>
        </p:nvSpPr>
        <p:spPr>
          <a:xfrm rot="-2989933">
            <a:off x="8084469" y="815405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93" name="Google Shape;93;p13"/>
          <p:cNvSpPr/>
          <p:nvPr/>
        </p:nvSpPr>
        <p:spPr>
          <a:xfrm rot="-7994788">
            <a:off x="8652456" y="876806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3" y="0"/>
                </a:lnTo>
                <a:lnTo>
                  <a:pt x="972133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3"/>
          <p:cNvSpPr txBox="1"/>
          <p:nvPr/>
        </p:nvSpPr>
        <p:spPr>
          <a:xfrm>
            <a:off x="1115596" y="2833331"/>
            <a:ext cx="8549707" cy="2920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92" u="none" cap="none" strike="noStrike">
                <a:solidFill>
                  <a:srgbClr val="FFFBFB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RAPPORT DES CAMPAGNES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4571554" y="2863"/>
            <a:ext cx="2843705" cy="553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31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WWW.TARMAAC.IO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857675" y="6774800"/>
            <a:ext cx="8028300" cy="8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82">
                <a:solidFill>
                  <a:srgbClr val="FFFFFF"/>
                </a:solidFill>
              </a:rPr>
              <a:t>{{Client}}</a:t>
            </a:r>
            <a:endParaRPr b="1" sz="2800">
              <a:solidFill>
                <a:srgbClr val="FFFFFF"/>
              </a:solidFill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857670" y="8978296"/>
            <a:ext cx="48534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82">
                <a:solidFill>
                  <a:srgbClr val="56AEFF"/>
                </a:solidFill>
              </a:rPr>
              <a:t>{{Mois}}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 txBox="1"/>
          <p:nvPr/>
        </p:nvSpPr>
        <p:spPr>
          <a:xfrm>
            <a:off x="2879420" y="716319"/>
            <a:ext cx="12529160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ÉTAT RÉCAPITULATIF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4" name="Google Shape;104;p14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05" name="Google Shape;105;p14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06" name="Google Shape;106;p14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" name="Google Shape;107;p14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08" name="Google Shape;108;p14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09" name="Google Shape;109;p14"/>
          <p:cNvCxnSpPr/>
          <p:nvPr/>
        </p:nvCxnSpPr>
        <p:spPr>
          <a:xfrm rot="10800000">
            <a:off x="12727897" y="3322312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0" name="Google Shape;110;p14"/>
          <p:cNvSpPr txBox="1"/>
          <p:nvPr/>
        </p:nvSpPr>
        <p:spPr>
          <a:xfrm>
            <a:off x="13321822" y="2703204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grpSp>
        <p:nvGrpSpPr>
          <p:cNvPr id="111" name="Google Shape;111;p14"/>
          <p:cNvGrpSpPr/>
          <p:nvPr/>
        </p:nvGrpSpPr>
        <p:grpSpPr>
          <a:xfrm>
            <a:off x="1422981" y="3768693"/>
            <a:ext cx="6503792" cy="867348"/>
            <a:chOff x="0" y="-57150"/>
            <a:chExt cx="4607064" cy="614400"/>
          </a:xfrm>
        </p:grpSpPr>
        <p:sp>
          <p:nvSpPr>
            <p:cNvPr id="112" name="Google Shape;112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13" name="Google Shape;113;p14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14"/>
          <p:cNvSpPr/>
          <p:nvPr/>
        </p:nvSpPr>
        <p:spPr>
          <a:xfrm>
            <a:off x="1916454" y="3958452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39"/>
                </a:lnTo>
                <a:lnTo>
                  <a:pt x="0" y="5684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14"/>
          <p:cNvSpPr txBox="1"/>
          <p:nvPr/>
        </p:nvSpPr>
        <p:spPr>
          <a:xfrm>
            <a:off x="2519136" y="3998025"/>
            <a:ext cx="46377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Diffusion totale des publicités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9613929" y="2703204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13039951" y="2774213"/>
            <a:ext cx="389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{{MoisFR}}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8947250" y="2774213"/>
            <a:ext cx="3273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{{MoisAvantFR}}</a:t>
            </a:r>
            <a:endParaRPr/>
          </a:p>
        </p:txBody>
      </p:sp>
      <p:grpSp>
        <p:nvGrpSpPr>
          <p:cNvPr id="119" name="Google Shape;119;p14"/>
          <p:cNvGrpSpPr/>
          <p:nvPr/>
        </p:nvGrpSpPr>
        <p:grpSpPr>
          <a:xfrm>
            <a:off x="1399256" y="5112986"/>
            <a:ext cx="6503792" cy="840369"/>
            <a:chOff x="0" y="-38100"/>
            <a:chExt cx="4607064" cy="595289"/>
          </a:xfrm>
        </p:grpSpPr>
        <p:sp>
          <p:nvSpPr>
            <p:cNvPr id="120" name="Google Shape;120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21" name="Google Shape;121;p14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" name="Google Shape;122;p14"/>
          <p:cNvSpPr txBox="1"/>
          <p:nvPr/>
        </p:nvSpPr>
        <p:spPr>
          <a:xfrm>
            <a:off x="2495395" y="5338714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sur les publicités</a:t>
            </a:r>
            <a:endParaRPr/>
          </a:p>
        </p:txBody>
      </p:sp>
      <p:grpSp>
        <p:nvGrpSpPr>
          <p:cNvPr id="123" name="Google Shape;123;p14"/>
          <p:cNvGrpSpPr/>
          <p:nvPr/>
        </p:nvGrpSpPr>
        <p:grpSpPr>
          <a:xfrm>
            <a:off x="1399259" y="7695296"/>
            <a:ext cx="6456339" cy="861020"/>
            <a:chOff x="0" y="-57150"/>
            <a:chExt cx="4607064" cy="614400"/>
          </a:xfrm>
        </p:grpSpPr>
        <p:sp>
          <p:nvSpPr>
            <p:cNvPr id="124" name="Google Shape;124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25" name="Google Shape;125;p14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4"/>
          <p:cNvSpPr txBox="1"/>
          <p:nvPr/>
        </p:nvSpPr>
        <p:spPr>
          <a:xfrm>
            <a:off x="2364285" y="7931149"/>
            <a:ext cx="49539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Calcul d’itinéraires</a:t>
            </a:r>
            <a:endParaRPr/>
          </a:p>
        </p:txBody>
      </p:sp>
      <p:grpSp>
        <p:nvGrpSpPr>
          <p:cNvPr id="127" name="Google Shape;127;p14"/>
          <p:cNvGrpSpPr/>
          <p:nvPr/>
        </p:nvGrpSpPr>
        <p:grpSpPr>
          <a:xfrm>
            <a:off x="1399259" y="8887446"/>
            <a:ext cx="6503792" cy="867348"/>
            <a:chOff x="0" y="-57150"/>
            <a:chExt cx="4607064" cy="614400"/>
          </a:xfrm>
        </p:grpSpPr>
        <p:sp>
          <p:nvSpPr>
            <p:cNvPr id="128" name="Google Shape;128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129" name="Google Shape;129;p14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" name="Google Shape;130;p14"/>
          <p:cNvSpPr txBox="1"/>
          <p:nvPr/>
        </p:nvSpPr>
        <p:spPr>
          <a:xfrm>
            <a:off x="2857025" y="9145150"/>
            <a:ext cx="40941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Appels téléphonique</a:t>
            </a:r>
            <a:endParaRPr/>
          </a:p>
        </p:txBody>
      </p:sp>
      <p:sp>
        <p:nvSpPr>
          <p:cNvPr id="131" name="Google Shape;131;p14"/>
          <p:cNvSpPr/>
          <p:nvPr/>
        </p:nvSpPr>
        <p:spPr>
          <a:xfrm>
            <a:off x="2051448" y="5303835"/>
            <a:ext cx="380966" cy="418392"/>
          </a:xfrm>
          <a:custGeom>
            <a:rect b="b" l="l" r="r" t="t"/>
            <a:pathLst>
              <a:path extrusionOk="0" h="524629" w="394783">
                <a:moveTo>
                  <a:pt x="0" y="0"/>
                </a:moveTo>
                <a:lnTo>
                  <a:pt x="394783" y="0"/>
                </a:lnTo>
                <a:lnTo>
                  <a:pt x="394783" y="524629"/>
                </a:lnTo>
                <a:lnTo>
                  <a:pt x="0" y="5246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32" name="Google Shape;132;p14" title="itineraire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01188" y="7850668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4" title="appel-telephonique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432425" y="9070806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4"/>
          <p:cNvSpPr txBox="1"/>
          <p:nvPr/>
        </p:nvSpPr>
        <p:spPr>
          <a:xfrm>
            <a:off x="12827140" y="5228070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{{allclics}}</a:t>
            </a:r>
            <a:endParaRPr sz="1262"/>
          </a:p>
        </p:txBody>
      </p:sp>
      <p:sp>
        <p:nvSpPr>
          <p:cNvPr id="135" name="Google Shape;135;p14"/>
          <p:cNvSpPr txBox="1"/>
          <p:nvPr/>
        </p:nvSpPr>
        <p:spPr>
          <a:xfrm>
            <a:off x="12747865" y="4015168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{{diff_all}}</a:t>
            </a:r>
            <a:endParaRPr sz="1262"/>
          </a:p>
        </p:txBody>
      </p:sp>
      <p:sp>
        <p:nvSpPr>
          <p:cNvPr id="136" name="Google Shape;136;p14"/>
          <p:cNvSpPr txBox="1"/>
          <p:nvPr/>
        </p:nvSpPr>
        <p:spPr>
          <a:xfrm>
            <a:off x="8855241" y="5228072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{{allclicslast}}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7" name="Google Shape;137;p14"/>
          <p:cNvSpPr txBox="1"/>
          <p:nvPr/>
        </p:nvSpPr>
        <p:spPr>
          <a:xfrm>
            <a:off x="8775966" y="3998032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{{diff_last}}</a:t>
            </a:r>
            <a:endParaRPr sz="1262"/>
          </a:p>
        </p:txBody>
      </p:sp>
      <p:sp>
        <p:nvSpPr>
          <p:cNvPr id="138" name="Google Shape;138;p14"/>
          <p:cNvSpPr txBox="1"/>
          <p:nvPr/>
        </p:nvSpPr>
        <p:spPr>
          <a:xfrm>
            <a:off x="12919139" y="7863675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{{iti}}</a:t>
            </a:r>
            <a:endParaRPr sz="1262"/>
          </a:p>
        </p:txBody>
      </p:sp>
      <p:sp>
        <p:nvSpPr>
          <p:cNvPr id="139" name="Google Shape;139;p14"/>
          <p:cNvSpPr txBox="1"/>
          <p:nvPr/>
        </p:nvSpPr>
        <p:spPr>
          <a:xfrm>
            <a:off x="8947243" y="7837036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{{itiLast}}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0" name="Google Shape;140;p14"/>
          <p:cNvSpPr txBox="1"/>
          <p:nvPr/>
        </p:nvSpPr>
        <p:spPr>
          <a:xfrm>
            <a:off x="12919139" y="9083825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{{appel}}</a:t>
            </a:r>
            <a:endParaRPr sz="1262"/>
          </a:p>
        </p:txBody>
      </p:sp>
      <p:sp>
        <p:nvSpPr>
          <p:cNvPr id="141" name="Google Shape;141;p14"/>
          <p:cNvSpPr txBox="1"/>
          <p:nvPr/>
        </p:nvSpPr>
        <p:spPr>
          <a:xfrm>
            <a:off x="8947243" y="9057186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{{appelLast}}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42" name="Google Shape;142;p14"/>
          <p:cNvGrpSpPr/>
          <p:nvPr/>
        </p:nvGrpSpPr>
        <p:grpSpPr>
          <a:xfrm>
            <a:off x="1422976" y="6360177"/>
            <a:ext cx="6456339" cy="834238"/>
            <a:chOff x="0" y="-38100"/>
            <a:chExt cx="4607064" cy="595289"/>
          </a:xfrm>
        </p:grpSpPr>
        <p:sp>
          <p:nvSpPr>
            <p:cNvPr id="143" name="Google Shape;143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97BD"/>
            </a:solidFill>
            <a:ln>
              <a:noFill/>
            </a:ln>
          </p:spPr>
        </p:sp>
        <p:sp>
          <p:nvSpPr>
            <p:cNvPr id="144" name="Google Shape;144;p14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5" name="Google Shape;145;p14"/>
          <p:cNvSpPr txBox="1"/>
          <p:nvPr/>
        </p:nvSpPr>
        <p:spPr>
          <a:xfrm>
            <a:off x="2500400" y="6565755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Leads</a:t>
            </a:r>
            <a:endParaRPr/>
          </a:p>
        </p:txBody>
      </p:sp>
      <p:sp>
        <p:nvSpPr>
          <p:cNvPr id="146" name="Google Shape;146;p14"/>
          <p:cNvSpPr/>
          <p:nvPr/>
        </p:nvSpPr>
        <p:spPr>
          <a:xfrm>
            <a:off x="2159776" y="6441226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7" name="Google Shape;147;p14"/>
          <p:cNvSpPr txBox="1"/>
          <p:nvPr/>
        </p:nvSpPr>
        <p:spPr>
          <a:xfrm>
            <a:off x="12827140" y="6545870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{{forms}}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8" name="Google Shape;148;p14"/>
          <p:cNvSpPr txBox="1"/>
          <p:nvPr/>
        </p:nvSpPr>
        <p:spPr>
          <a:xfrm>
            <a:off x="8855241" y="6545872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{{formslast}}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GOOGLE ADS</a:t>
            </a:r>
            <a:endParaRPr/>
          </a:p>
        </p:txBody>
      </p:sp>
      <p:sp>
        <p:nvSpPr>
          <p:cNvPr id="154" name="Google Shape;154;p15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55" name="Google Shape;155;p15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56" name="Google Shape;156;p15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57" name="Google Shape;157;p15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8" name="Google Shape;158;p15"/>
          <p:cNvGrpSpPr/>
          <p:nvPr/>
        </p:nvGrpSpPr>
        <p:grpSpPr>
          <a:xfrm>
            <a:off x="1487937" y="3335072"/>
            <a:ext cx="6503792" cy="867262"/>
            <a:chOff x="0" y="-57150"/>
            <a:chExt cx="4607064" cy="614339"/>
          </a:xfrm>
        </p:grpSpPr>
        <p:sp>
          <p:nvSpPr>
            <p:cNvPr id="159" name="Google Shape;159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60" name="Google Shape;160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1" name="Google Shape;161;p15"/>
          <p:cNvGrpSpPr/>
          <p:nvPr/>
        </p:nvGrpSpPr>
        <p:grpSpPr>
          <a:xfrm>
            <a:off x="1487937" y="4534871"/>
            <a:ext cx="6503792" cy="867262"/>
            <a:chOff x="0" y="-57150"/>
            <a:chExt cx="4607064" cy="614339"/>
          </a:xfrm>
        </p:grpSpPr>
        <p:sp>
          <p:nvSpPr>
            <p:cNvPr id="162" name="Google Shape;162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163" name="Google Shape;163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4" name="Google Shape;164;p15"/>
          <p:cNvGrpSpPr/>
          <p:nvPr/>
        </p:nvGrpSpPr>
        <p:grpSpPr>
          <a:xfrm>
            <a:off x="1301230" y="8574416"/>
            <a:ext cx="6503792" cy="840369"/>
            <a:chOff x="0" y="-38100"/>
            <a:chExt cx="4607064" cy="595289"/>
          </a:xfrm>
        </p:grpSpPr>
        <p:sp>
          <p:nvSpPr>
            <p:cNvPr id="165" name="Google Shape;165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66" name="Google Shape;166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7" name="Google Shape;167;p15"/>
          <p:cNvSpPr/>
          <p:nvPr/>
        </p:nvSpPr>
        <p:spPr>
          <a:xfrm>
            <a:off x="2790945" y="4807018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8" name="Google Shape;168;p15"/>
          <p:cNvSpPr/>
          <p:nvPr/>
        </p:nvSpPr>
        <p:spPr>
          <a:xfrm>
            <a:off x="2228387" y="3516380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9" name="Google Shape;169;p15"/>
          <p:cNvSpPr txBox="1"/>
          <p:nvPr/>
        </p:nvSpPr>
        <p:spPr>
          <a:xfrm>
            <a:off x="2387976" y="4770300"/>
            <a:ext cx="5325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en Search</a:t>
            </a:r>
            <a:endParaRPr/>
          </a:p>
        </p:txBody>
      </p:sp>
      <p:sp>
        <p:nvSpPr>
          <p:cNvPr id="170" name="Google Shape;170;p15"/>
          <p:cNvSpPr txBox="1"/>
          <p:nvPr/>
        </p:nvSpPr>
        <p:spPr>
          <a:xfrm>
            <a:off x="2421087" y="3570501"/>
            <a:ext cx="50238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Google ADS</a:t>
            </a:r>
            <a:endParaRPr/>
          </a:p>
        </p:txBody>
      </p:sp>
      <p:sp>
        <p:nvSpPr>
          <p:cNvPr id="171" name="Google Shape;171;p15"/>
          <p:cNvSpPr txBox="1"/>
          <p:nvPr/>
        </p:nvSpPr>
        <p:spPr>
          <a:xfrm>
            <a:off x="2387970" y="8820297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</a:t>
            </a:r>
            <a:endParaRPr/>
          </a:p>
        </p:txBody>
      </p:sp>
      <p:grpSp>
        <p:nvGrpSpPr>
          <p:cNvPr id="172" name="Google Shape;172;p15"/>
          <p:cNvGrpSpPr/>
          <p:nvPr/>
        </p:nvGrpSpPr>
        <p:grpSpPr>
          <a:xfrm>
            <a:off x="1331284" y="7167191"/>
            <a:ext cx="6456339" cy="860935"/>
            <a:chOff x="0" y="-57150"/>
            <a:chExt cx="4607064" cy="614339"/>
          </a:xfrm>
        </p:grpSpPr>
        <p:sp>
          <p:nvSpPr>
            <p:cNvPr id="173" name="Google Shape;173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74" name="Google Shape;174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5" name="Google Shape;175;p15"/>
          <p:cNvSpPr txBox="1"/>
          <p:nvPr/>
        </p:nvSpPr>
        <p:spPr>
          <a:xfrm>
            <a:off x="2653566" y="7406121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</a:t>
            </a: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Google ADS</a:t>
            </a:r>
            <a:endParaRPr/>
          </a:p>
        </p:txBody>
      </p:sp>
      <p:cxnSp>
        <p:nvCxnSpPr>
          <p:cNvPr id="176" name="Google Shape;176;p15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77" name="Google Shape;177;p15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78" name="Google Shape;178;p15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9" name="Google Shape;179;p15"/>
          <p:cNvSpPr/>
          <p:nvPr/>
        </p:nvSpPr>
        <p:spPr>
          <a:xfrm>
            <a:off x="2279350" y="500035"/>
            <a:ext cx="2521552" cy="1426350"/>
          </a:xfrm>
          <a:custGeom>
            <a:rect b="b" l="l" r="r" t="t"/>
            <a:pathLst>
              <a:path extrusionOk="0" h="1426350" w="2521552">
                <a:moveTo>
                  <a:pt x="0" y="0"/>
                </a:moveTo>
                <a:lnTo>
                  <a:pt x="2521552" y="0"/>
                </a:lnTo>
                <a:lnTo>
                  <a:pt x="2521552" y="1426350"/>
                </a:lnTo>
                <a:lnTo>
                  <a:pt x="0" y="142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0" name="Google Shape;180;p15"/>
          <p:cNvSpPr txBox="1"/>
          <p:nvPr/>
        </p:nvSpPr>
        <p:spPr>
          <a:xfrm>
            <a:off x="94107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grpSp>
        <p:nvGrpSpPr>
          <p:cNvPr id="181" name="Google Shape;181;p15"/>
          <p:cNvGrpSpPr/>
          <p:nvPr/>
        </p:nvGrpSpPr>
        <p:grpSpPr>
          <a:xfrm>
            <a:off x="1453630" y="5872237"/>
            <a:ext cx="6503792" cy="840369"/>
            <a:chOff x="0" y="-38100"/>
            <a:chExt cx="4607064" cy="595289"/>
          </a:xfrm>
        </p:grpSpPr>
        <p:sp>
          <p:nvSpPr>
            <p:cNvPr id="182" name="Google Shape;182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183" name="Google Shape;183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4" name="Google Shape;184;p15"/>
          <p:cNvSpPr/>
          <p:nvPr/>
        </p:nvSpPr>
        <p:spPr>
          <a:xfrm>
            <a:off x="2160824" y="5974214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5" name="Google Shape;185;p15"/>
          <p:cNvSpPr txBox="1"/>
          <p:nvPr/>
        </p:nvSpPr>
        <p:spPr>
          <a:xfrm>
            <a:off x="2537770" y="6060193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en PerfMax</a:t>
            </a:r>
            <a:endParaRPr/>
          </a:p>
        </p:txBody>
      </p:sp>
      <p:sp>
        <p:nvSpPr>
          <p:cNvPr id="186" name="Google Shape;186;p15"/>
          <p:cNvSpPr txBox="1"/>
          <p:nvPr/>
        </p:nvSpPr>
        <p:spPr>
          <a:xfrm>
            <a:off x="13272075" y="2856875"/>
            <a:ext cx="4234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{{MoisFR}}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7" name="Google Shape;187;p15"/>
          <p:cNvSpPr txBox="1"/>
          <p:nvPr/>
        </p:nvSpPr>
        <p:spPr>
          <a:xfrm>
            <a:off x="9499375" y="2856875"/>
            <a:ext cx="30066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{{MoisAvantFR}}</a:t>
            </a:r>
            <a:endParaRPr/>
          </a:p>
        </p:txBody>
      </p:sp>
      <p:pic>
        <p:nvPicPr>
          <p:cNvPr id="188" name="Google Shape;188;p15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653575" y="7297288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5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741125" y="868980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5"/>
          <p:cNvSpPr txBox="1"/>
          <p:nvPr/>
        </p:nvSpPr>
        <p:spPr>
          <a:xfrm>
            <a:off x="12498712" y="335181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{{imprG}}</a:t>
            </a:r>
            <a:endParaRPr/>
          </a:p>
        </p:txBody>
      </p:sp>
      <p:sp>
        <p:nvSpPr>
          <p:cNvPr id="191" name="Google Shape;191;p15"/>
          <p:cNvSpPr txBox="1"/>
          <p:nvPr/>
        </p:nvSpPr>
        <p:spPr>
          <a:xfrm>
            <a:off x="12498713" y="472271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{{searchG}}</a:t>
            </a:r>
            <a:endParaRPr/>
          </a:p>
        </p:txBody>
      </p:sp>
      <p:sp>
        <p:nvSpPr>
          <p:cNvPr id="192" name="Google Shape;192;p15"/>
          <p:cNvSpPr txBox="1"/>
          <p:nvPr/>
        </p:nvSpPr>
        <p:spPr>
          <a:xfrm>
            <a:off x="12498713" y="746351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{{coutG}}</a:t>
            </a:r>
            <a:r>
              <a:rPr b="0" i="0" lang="en-US" sz="4307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193" name="Google Shape;193;p15"/>
          <p:cNvSpPr txBox="1"/>
          <p:nvPr/>
        </p:nvSpPr>
        <p:spPr>
          <a:xfrm>
            <a:off x="12498713" y="892356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{{cpcG}}</a:t>
            </a:r>
            <a:r>
              <a:rPr b="0" i="0" lang="en-US" sz="4307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194" name="Google Shape;194;p15"/>
          <p:cNvSpPr txBox="1"/>
          <p:nvPr/>
        </p:nvSpPr>
        <p:spPr>
          <a:xfrm>
            <a:off x="8514112" y="335181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{{imprGlast}}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5" name="Google Shape;195;p15"/>
          <p:cNvSpPr txBox="1"/>
          <p:nvPr/>
        </p:nvSpPr>
        <p:spPr>
          <a:xfrm>
            <a:off x="8514122" y="472271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{{searchGlast}}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6" name="Google Shape;196;p15"/>
          <p:cNvSpPr txBox="1"/>
          <p:nvPr/>
        </p:nvSpPr>
        <p:spPr>
          <a:xfrm>
            <a:off x="8514112" y="746351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{{coutGlast}} €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7" name="Google Shape;197;p15"/>
          <p:cNvSpPr txBox="1"/>
          <p:nvPr/>
        </p:nvSpPr>
        <p:spPr>
          <a:xfrm>
            <a:off x="8514113" y="892356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{{cpcGlast}} €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8" name="Google Shape;198;p15"/>
          <p:cNvSpPr txBox="1"/>
          <p:nvPr/>
        </p:nvSpPr>
        <p:spPr>
          <a:xfrm>
            <a:off x="12498713" y="5958388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{{clicPM}}</a:t>
            </a:r>
            <a:endParaRPr/>
          </a:p>
        </p:txBody>
      </p:sp>
      <p:sp>
        <p:nvSpPr>
          <p:cNvPr id="199" name="Google Shape;199;p15"/>
          <p:cNvSpPr txBox="1"/>
          <p:nvPr/>
        </p:nvSpPr>
        <p:spPr>
          <a:xfrm>
            <a:off x="8398913" y="5987625"/>
            <a:ext cx="4215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{{clicPMLast}}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6"/>
          <p:cNvSpPr txBox="1"/>
          <p:nvPr/>
        </p:nvSpPr>
        <p:spPr>
          <a:xfrm>
            <a:off x="3948986" y="697660"/>
            <a:ext cx="11895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GOOGLE ADS</a:t>
            </a:r>
            <a:endParaRPr/>
          </a:p>
        </p:txBody>
      </p:sp>
      <p:sp>
        <p:nvSpPr>
          <p:cNvPr id="205" name="Google Shape;205;p16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06" name="Google Shape;206;p16"/>
          <p:cNvGrpSpPr/>
          <p:nvPr/>
        </p:nvGrpSpPr>
        <p:grpSpPr>
          <a:xfrm rot="-5400000">
            <a:off x="-6824772" y="3910612"/>
            <a:ext cx="11958230" cy="2037834"/>
            <a:chOff x="0" y="-28575"/>
            <a:chExt cx="3149472" cy="536710"/>
          </a:xfrm>
        </p:grpSpPr>
        <p:sp>
          <p:nvSpPr>
            <p:cNvPr id="207" name="Google Shape;207;p16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08" name="Google Shape;208;p16"/>
            <p:cNvSpPr txBox="1"/>
            <p:nvPr/>
          </p:nvSpPr>
          <p:spPr>
            <a:xfrm>
              <a:off x="0" y="-28575"/>
              <a:ext cx="3149400" cy="5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09" name="Google Shape;209;p16"/>
          <p:cNvCxnSpPr/>
          <p:nvPr/>
        </p:nvCxnSpPr>
        <p:spPr>
          <a:xfrm rot="10800000">
            <a:off x="11986547" y="3308737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10" name="Google Shape;210;p16"/>
          <p:cNvSpPr/>
          <p:nvPr/>
        </p:nvSpPr>
        <p:spPr>
          <a:xfrm rot="-2991871">
            <a:off x="16244780" y="528036"/>
            <a:ext cx="971994" cy="870888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140" t="0"/>
            </a:stretch>
          </a:blipFill>
          <a:ln>
            <a:noFill/>
          </a:ln>
        </p:spPr>
      </p:sp>
      <p:sp>
        <p:nvSpPr>
          <p:cNvPr id="211" name="Google Shape;211;p16"/>
          <p:cNvSpPr/>
          <p:nvPr/>
        </p:nvSpPr>
        <p:spPr>
          <a:xfrm rot="-7996595">
            <a:off x="16812912" y="1143422"/>
            <a:ext cx="971394" cy="531598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2" name="Google Shape;212;p16"/>
          <p:cNvSpPr/>
          <p:nvPr/>
        </p:nvSpPr>
        <p:spPr>
          <a:xfrm>
            <a:off x="2279350" y="500035"/>
            <a:ext cx="2521552" cy="1426350"/>
          </a:xfrm>
          <a:custGeom>
            <a:rect b="b" l="l" r="r" t="t"/>
            <a:pathLst>
              <a:path extrusionOk="0" h="1426350" w="2521552">
                <a:moveTo>
                  <a:pt x="0" y="0"/>
                </a:moveTo>
                <a:lnTo>
                  <a:pt x="2521552" y="0"/>
                </a:lnTo>
                <a:lnTo>
                  <a:pt x="2521552" y="1426350"/>
                </a:lnTo>
                <a:lnTo>
                  <a:pt x="0" y="142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3" name="Google Shape;213;p16"/>
          <p:cNvSpPr txBox="1"/>
          <p:nvPr/>
        </p:nvSpPr>
        <p:spPr>
          <a:xfrm>
            <a:off x="94107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214" name="Google Shape;214;p16"/>
          <p:cNvSpPr txBox="1"/>
          <p:nvPr/>
        </p:nvSpPr>
        <p:spPr>
          <a:xfrm>
            <a:off x="11868375" y="2932025"/>
            <a:ext cx="4234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{{MoisFR}}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5" name="Google Shape;215;p16"/>
          <p:cNvSpPr txBox="1"/>
          <p:nvPr/>
        </p:nvSpPr>
        <p:spPr>
          <a:xfrm>
            <a:off x="8503625" y="2856875"/>
            <a:ext cx="30066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{{MoisAvantFR}}</a:t>
            </a:r>
            <a:endParaRPr/>
          </a:p>
        </p:txBody>
      </p:sp>
      <p:grpSp>
        <p:nvGrpSpPr>
          <p:cNvPr id="216" name="Google Shape;216;p16"/>
          <p:cNvGrpSpPr/>
          <p:nvPr/>
        </p:nvGrpSpPr>
        <p:grpSpPr>
          <a:xfrm>
            <a:off x="2709862" y="3050314"/>
            <a:ext cx="5259424" cy="679582"/>
            <a:chOff x="0" y="-38100"/>
            <a:chExt cx="4607064" cy="595289"/>
          </a:xfrm>
        </p:grpSpPr>
        <p:sp>
          <p:nvSpPr>
            <p:cNvPr id="217" name="Google Shape;217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01414"/>
            </a:solidFill>
            <a:ln>
              <a:noFill/>
            </a:ln>
          </p:spPr>
        </p:sp>
        <p:sp>
          <p:nvSpPr>
            <p:cNvPr id="218" name="Google Shape;218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9125" lIns="49125" spcFirstLastPara="1" rIns="49125" wrap="square" tIns="4912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74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9" name="Google Shape;219;p16"/>
          <p:cNvGrpSpPr/>
          <p:nvPr/>
        </p:nvGrpSpPr>
        <p:grpSpPr>
          <a:xfrm>
            <a:off x="2728962" y="4027505"/>
            <a:ext cx="5259424" cy="679582"/>
            <a:chOff x="0" y="-38100"/>
            <a:chExt cx="4607064" cy="595289"/>
          </a:xfrm>
        </p:grpSpPr>
        <p:sp>
          <p:nvSpPr>
            <p:cNvPr id="220" name="Google Shape;220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43131"/>
            </a:solidFill>
            <a:ln>
              <a:noFill/>
            </a:ln>
          </p:spPr>
        </p:sp>
        <p:sp>
          <p:nvSpPr>
            <p:cNvPr id="221" name="Google Shape;221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9125" lIns="49125" spcFirstLastPara="1" rIns="49125" wrap="square" tIns="4912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74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2" name="Google Shape;222;p16"/>
          <p:cNvGrpSpPr/>
          <p:nvPr/>
        </p:nvGrpSpPr>
        <p:grpSpPr>
          <a:xfrm>
            <a:off x="2728962" y="4977665"/>
            <a:ext cx="5259424" cy="679582"/>
            <a:chOff x="0" y="-38100"/>
            <a:chExt cx="4607064" cy="595289"/>
          </a:xfrm>
        </p:grpSpPr>
        <p:sp>
          <p:nvSpPr>
            <p:cNvPr id="223" name="Google Shape;223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5143"/>
            </a:solidFill>
            <a:ln>
              <a:noFill/>
            </a:ln>
          </p:spPr>
        </p:sp>
        <p:sp>
          <p:nvSpPr>
            <p:cNvPr id="224" name="Google Shape;224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9125" lIns="49125" spcFirstLastPara="1" rIns="49125" wrap="square" tIns="4912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74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5" name="Google Shape;225;p16"/>
          <p:cNvSpPr txBox="1"/>
          <p:nvPr/>
        </p:nvSpPr>
        <p:spPr>
          <a:xfrm>
            <a:off x="3910195" y="4224962"/>
            <a:ext cx="38040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31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</a:t>
            </a:r>
            <a:r>
              <a:rPr b="1" lang="en-US" sz="1831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Canapés</a:t>
            </a:r>
            <a:endParaRPr sz="1353"/>
          </a:p>
        </p:txBody>
      </p:sp>
      <p:sp>
        <p:nvSpPr>
          <p:cNvPr id="226" name="Google Shape;226;p16"/>
          <p:cNvSpPr txBox="1"/>
          <p:nvPr/>
        </p:nvSpPr>
        <p:spPr>
          <a:xfrm>
            <a:off x="3613834" y="3281382"/>
            <a:ext cx="37503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31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</a:t>
            </a:r>
            <a:r>
              <a:rPr b="1" lang="en-US" sz="1831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Généraliste</a:t>
            </a:r>
            <a:endParaRPr sz="1353"/>
          </a:p>
        </p:txBody>
      </p:sp>
      <p:sp>
        <p:nvSpPr>
          <p:cNvPr id="227" name="Google Shape;227;p16"/>
          <p:cNvSpPr txBox="1"/>
          <p:nvPr/>
        </p:nvSpPr>
        <p:spPr>
          <a:xfrm>
            <a:off x="4666282" y="5171194"/>
            <a:ext cx="26361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31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</a:t>
            </a:r>
            <a:r>
              <a:rPr b="1" lang="en-US" sz="1831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Sejour</a:t>
            </a:r>
            <a:endParaRPr sz="1353"/>
          </a:p>
        </p:txBody>
      </p:sp>
      <p:sp>
        <p:nvSpPr>
          <p:cNvPr id="228" name="Google Shape;228;p16"/>
          <p:cNvSpPr txBox="1"/>
          <p:nvPr/>
        </p:nvSpPr>
        <p:spPr>
          <a:xfrm>
            <a:off x="12237082" y="3308721"/>
            <a:ext cx="34974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01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endParaRPr sz="1353"/>
          </a:p>
        </p:txBody>
      </p:sp>
      <p:sp>
        <p:nvSpPr>
          <p:cNvPr id="229" name="Google Shape;229;p16"/>
          <p:cNvSpPr txBox="1"/>
          <p:nvPr/>
        </p:nvSpPr>
        <p:spPr>
          <a:xfrm>
            <a:off x="12237082" y="4261611"/>
            <a:ext cx="34974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01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endParaRPr sz="1353"/>
          </a:p>
        </p:txBody>
      </p:sp>
      <p:sp>
        <p:nvSpPr>
          <p:cNvPr id="230" name="Google Shape;230;p16"/>
          <p:cNvSpPr txBox="1"/>
          <p:nvPr/>
        </p:nvSpPr>
        <p:spPr>
          <a:xfrm>
            <a:off x="12237082" y="5212953"/>
            <a:ext cx="34974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01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endParaRPr sz="1353"/>
          </a:p>
        </p:txBody>
      </p:sp>
      <p:sp>
        <p:nvSpPr>
          <p:cNvPr id="231" name="Google Shape;231;p16"/>
          <p:cNvSpPr txBox="1"/>
          <p:nvPr/>
        </p:nvSpPr>
        <p:spPr>
          <a:xfrm>
            <a:off x="8392121" y="3308721"/>
            <a:ext cx="32658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1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endParaRPr sz="301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2" name="Google Shape;232;p16"/>
          <p:cNvSpPr txBox="1"/>
          <p:nvPr/>
        </p:nvSpPr>
        <p:spPr>
          <a:xfrm>
            <a:off x="8392121" y="4261611"/>
            <a:ext cx="32658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1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endParaRPr sz="1353"/>
          </a:p>
        </p:txBody>
      </p:sp>
      <p:sp>
        <p:nvSpPr>
          <p:cNvPr id="233" name="Google Shape;233;p16"/>
          <p:cNvSpPr txBox="1"/>
          <p:nvPr/>
        </p:nvSpPr>
        <p:spPr>
          <a:xfrm>
            <a:off x="8392121" y="5212953"/>
            <a:ext cx="32658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1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endParaRPr sz="301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34" name="Google Shape;234;p16"/>
          <p:cNvGrpSpPr/>
          <p:nvPr/>
        </p:nvGrpSpPr>
        <p:grpSpPr>
          <a:xfrm>
            <a:off x="2728963" y="9155047"/>
            <a:ext cx="5259424" cy="618922"/>
            <a:chOff x="0" y="-38100"/>
            <a:chExt cx="4607064" cy="595289"/>
          </a:xfrm>
        </p:grpSpPr>
        <p:sp>
          <p:nvSpPr>
            <p:cNvPr id="235" name="Google Shape;235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9138"/>
            </a:solidFill>
            <a:ln>
              <a:noFill/>
            </a:ln>
          </p:spPr>
        </p:sp>
        <p:sp>
          <p:nvSpPr>
            <p:cNvPr id="236" name="Google Shape;236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5925" lIns="35925" spcFirstLastPara="1" rIns="35925" wrap="square" tIns="3592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7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7" name="Google Shape;237;p16"/>
          <p:cNvSpPr txBox="1"/>
          <p:nvPr/>
        </p:nvSpPr>
        <p:spPr>
          <a:xfrm>
            <a:off x="3582443" y="9333930"/>
            <a:ext cx="44604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87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Total des clics sur les publicités</a:t>
            </a:r>
            <a:endParaRPr sz="989"/>
          </a:p>
        </p:txBody>
      </p:sp>
      <p:grpSp>
        <p:nvGrpSpPr>
          <p:cNvPr id="238" name="Google Shape;238;p16"/>
          <p:cNvGrpSpPr/>
          <p:nvPr/>
        </p:nvGrpSpPr>
        <p:grpSpPr>
          <a:xfrm>
            <a:off x="2728963" y="8208112"/>
            <a:ext cx="5259424" cy="618922"/>
            <a:chOff x="0" y="-38100"/>
            <a:chExt cx="4607064" cy="595289"/>
          </a:xfrm>
        </p:grpSpPr>
        <p:sp>
          <p:nvSpPr>
            <p:cNvPr id="239" name="Google Shape;239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240" name="Google Shape;240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5925" lIns="35925" spcFirstLastPara="1" rIns="35925" wrap="square" tIns="3592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7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1" name="Google Shape;241;p16"/>
          <p:cNvSpPr txBox="1"/>
          <p:nvPr/>
        </p:nvSpPr>
        <p:spPr>
          <a:xfrm>
            <a:off x="3613841" y="8386994"/>
            <a:ext cx="43977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87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Diffusion totale des publicités</a:t>
            </a:r>
            <a:endParaRPr sz="989"/>
          </a:p>
        </p:txBody>
      </p:sp>
      <p:sp>
        <p:nvSpPr>
          <p:cNvPr id="242" name="Google Shape;242;p16"/>
          <p:cNvSpPr txBox="1"/>
          <p:nvPr/>
        </p:nvSpPr>
        <p:spPr>
          <a:xfrm>
            <a:off x="12569376" y="9341912"/>
            <a:ext cx="31455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{{allclics}}</a:t>
            </a:r>
            <a:endParaRPr sz="31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3" name="Google Shape;243;p16"/>
          <p:cNvSpPr txBox="1"/>
          <p:nvPr/>
        </p:nvSpPr>
        <p:spPr>
          <a:xfrm>
            <a:off x="12569376" y="8326072"/>
            <a:ext cx="31455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964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{{diff_all}}</a:t>
            </a:r>
            <a:endParaRPr sz="31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4" name="Google Shape;244;p16"/>
          <p:cNvSpPr txBox="1"/>
          <p:nvPr/>
        </p:nvSpPr>
        <p:spPr>
          <a:xfrm>
            <a:off x="8392112" y="9333925"/>
            <a:ext cx="3265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{{allclicslast}}</a:t>
            </a:r>
            <a:endParaRPr sz="26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5" name="Google Shape;245;p16"/>
          <p:cNvSpPr txBox="1"/>
          <p:nvPr/>
        </p:nvSpPr>
        <p:spPr>
          <a:xfrm>
            <a:off x="8374022" y="8326078"/>
            <a:ext cx="32658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4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{{diff_last}}</a:t>
            </a:r>
            <a:endParaRPr sz="34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46" name="Google Shape;246;p16"/>
          <p:cNvGrpSpPr/>
          <p:nvPr/>
        </p:nvGrpSpPr>
        <p:grpSpPr>
          <a:xfrm>
            <a:off x="2728963" y="6091850"/>
            <a:ext cx="5259424" cy="701250"/>
            <a:chOff x="0" y="-38100"/>
            <a:chExt cx="4607064" cy="595289"/>
          </a:xfrm>
        </p:grpSpPr>
        <p:sp>
          <p:nvSpPr>
            <p:cNvPr id="247" name="Google Shape;247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5252"/>
            </a:solidFill>
            <a:ln>
              <a:noFill/>
            </a:ln>
          </p:spPr>
        </p:sp>
        <p:sp>
          <p:nvSpPr>
            <p:cNvPr id="248" name="Google Shape;248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675" lIns="50675" spcFirstLastPara="1" rIns="50675" wrap="square" tIns="5067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79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9" name="Google Shape;249;p16"/>
          <p:cNvGrpSpPr/>
          <p:nvPr/>
        </p:nvGrpSpPr>
        <p:grpSpPr>
          <a:xfrm>
            <a:off x="2728963" y="7072251"/>
            <a:ext cx="5259424" cy="701250"/>
            <a:chOff x="0" y="-38100"/>
            <a:chExt cx="4607064" cy="595289"/>
          </a:xfrm>
        </p:grpSpPr>
        <p:sp>
          <p:nvSpPr>
            <p:cNvPr id="250" name="Google Shape;250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D4545"/>
            </a:solidFill>
            <a:ln>
              <a:noFill/>
            </a:ln>
          </p:spPr>
        </p:sp>
        <p:sp>
          <p:nvSpPr>
            <p:cNvPr id="251" name="Google Shape;251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675" lIns="50675" spcFirstLastPara="1" rIns="50675" wrap="square" tIns="5067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79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2" name="Google Shape;252;p16"/>
          <p:cNvSpPr txBox="1"/>
          <p:nvPr/>
        </p:nvSpPr>
        <p:spPr>
          <a:xfrm>
            <a:off x="3910132" y="6295594"/>
            <a:ext cx="38037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89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</a:t>
            </a:r>
            <a:r>
              <a:rPr b="1" lang="en-US" sz="1889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Fauteuils</a:t>
            </a:r>
            <a:endParaRPr sz="1396"/>
          </a:p>
        </p:txBody>
      </p:sp>
      <p:sp>
        <p:nvSpPr>
          <p:cNvPr id="253" name="Google Shape;253;p16"/>
          <p:cNvSpPr txBox="1"/>
          <p:nvPr/>
        </p:nvSpPr>
        <p:spPr>
          <a:xfrm>
            <a:off x="4666179" y="7271941"/>
            <a:ext cx="26361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89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</a:t>
            </a:r>
            <a:r>
              <a:rPr b="1" lang="en-US" sz="1889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Chambre</a:t>
            </a:r>
            <a:endParaRPr sz="1396"/>
          </a:p>
        </p:txBody>
      </p:sp>
      <p:sp>
        <p:nvSpPr>
          <p:cNvPr id="254" name="Google Shape;254;p16"/>
          <p:cNvSpPr txBox="1"/>
          <p:nvPr/>
        </p:nvSpPr>
        <p:spPr>
          <a:xfrm>
            <a:off x="12237082" y="6164311"/>
            <a:ext cx="34974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01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endParaRPr sz="1353"/>
          </a:p>
        </p:txBody>
      </p:sp>
      <p:sp>
        <p:nvSpPr>
          <p:cNvPr id="255" name="Google Shape;255;p16"/>
          <p:cNvSpPr txBox="1"/>
          <p:nvPr/>
        </p:nvSpPr>
        <p:spPr>
          <a:xfrm>
            <a:off x="12237082" y="7115653"/>
            <a:ext cx="34974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01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endParaRPr sz="1353"/>
          </a:p>
        </p:txBody>
      </p:sp>
      <p:sp>
        <p:nvSpPr>
          <p:cNvPr id="256" name="Google Shape;256;p16"/>
          <p:cNvSpPr txBox="1"/>
          <p:nvPr/>
        </p:nvSpPr>
        <p:spPr>
          <a:xfrm>
            <a:off x="8392121" y="6164311"/>
            <a:ext cx="32658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1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endParaRPr sz="1353"/>
          </a:p>
        </p:txBody>
      </p:sp>
      <p:sp>
        <p:nvSpPr>
          <p:cNvPr id="257" name="Google Shape;257;p16"/>
          <p:cNvSpPr txBox="1"/>
          <p:nvPr/>
        </p:nvSpPr>
        <p:spPr>
          <a:xfrm>
            <a:off x="8392121" y="7115653"/>
            <a:ext cx="32658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1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endParaRPr sz="301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58" name="Google Shape;258;p16" title="accueil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738350" y="318425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16" title="canape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111125" y="4111050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16" title="salon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425500" y="5063888"/>
            <a:ext cx="507850" cy="50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16" title="fauteuil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214600" y="6210663"/>
            <a:ext cx="507850" cy="50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16" title="chambre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267200" y="7158513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6"/>
          <p:cNvSpPr/>
          <p:nvPr/>
        </p:nvSpPr>
        <p:spPr>
          <a:xfrm>
            <a:off x="3401619" y="9224450"/>
            <a:ext cx="386889" cy="514138"/>
          </a:xfrm>
          <a:custGeom>
            <a:rect b="b" l="l" r="r" t="t"/>
            <a:pathLst>
              <a:path extrusionOk="0" h="514138" w="386889">
                <a:moveTo>
                  <a:pt x="0" y="0"/>
                </a:moveTo>
                <a:lnTo>
                  <a:pt x="386889" y="0"/>
                </a:lnTo>
                <a:lnTo>
                  <a:pt x="386889" y="514138"/>
                </a:lnTo>
                <a:lnTo>
                  <a:pt x="0" y="514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4" name="Google Shape;264;p16"/>
          <p:cNvSpPr/>
          <p:nvPr/>
        </p:nvSpPr>
        <p:spPr>
          <a:xfrm>
            <a:off x="3280298" y="8299614"/>
            <a:ext cx="508208" cy="508208"/>
          </a:xfrm>
          <a:custGeom>
            <a:rect b="b" l="l" r="r" t="t"/>
            <a:pathLst>
              <a:path extrusionOk="0" h="752901" w="752901">
                <a:moveTo>
                  <a:pt x="0" y="0"/>
                </a:moveTo>
                <a:lnTo>
                  <a:pt x="752901" y="0"/>
                </a:lnTo>
                <a:lnTo>
                  <a:pt x="752901" y="752901"/>
                </a:lnTo>
                <a:lnTo>
                  <a:pt x="0" y="7529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7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META ADS</a:t>
            </a:r>
            <a:endParaRPr/>
          </a:p>
        </p:txBody>
      </p:sp>
      <p:sp>
        <p:nvSpPr>
          <p:cNvPr id="270" name="Google Shape;270;p17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71" name="Google Shape;271;p17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72" name="Google Shape;272;p17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73" name="Google Shape;273;p17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4" name="Google Shape;274;p17"/>
          <p:cNvGrpSpPr/>
          <p:nvPr/>
        </p:nvGrpSpPr>
        <p:grpSpPr>
          <a:xfrm>
            <a:off x="819187" y="3520722"/>
            <a:ext cx="6503792" cy="867262"/>
            <a:chOff x="0" y="-57150"/>
            <a:chExt cx="4607064" cy="614339"/>
          </a:xfrm>
        </p:grpSpPr>
        <p:sp>
          <p:nvSpPr>
            <p:cNvPr id="275" name="Google Shape;275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276" name="Google Shape;276;p17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7" name="Google Shape;277;p17"/>
          <p:cNvGrpSpPr/>
          <p:nvPr/>
        </p:nvGrpSpPr>
        <p:grpSpPr>
          <a:xfrm>
            <a:off x="819187" y="4998146"/>
            <a:ext cx="6503792" cy="867262"/>
            <a:chOff x="0" y="-57150"/>
            <a:chExt cx="4607064" cy="614339"/>
          </a:xfrm>
        </p:grpSpPr>
        <p:sp>
          <p:nvSpPr>
            <p:cNvPr id="278" name="Google Shape;278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279" name="Google Shape;279;p17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0" name="Google Shape;280;p17"/>
          <p:cNvSpPr/>
          <p:nvPr/>
        </p:nvSpPr>
        <p:spPr>
          <a:xfrm>
            <a:off x="2265433" y="5278043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1" name="Google Shape;281;p17"/>
          <p:cNvSpPr/>
          <p:nvPr/>
        </p:nvSpPr>
        <p:spPr>
          <a:xfrm>
            <a:off x="1727487" y="3717530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2" name="Google Shape;282;p17"/>
          <p:cNvSpPr txBox="1"/>
          <p:nvPr/>
        </p:nvSpPr>
        <p:spPr>
          <a:xfrm>
            <a:off x="1719226" y="5233575"/>
            <a:ext cx="5325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</a:t>
            </a:r>
            <a:endParaRPr/>
          </a:p>
        </p:txBody>
      </p:sp>
      <p:sp>
        <p:nvSpPr>
          <p:cNvPr id="283" name="Google Shape;283;p17"/>
          <p:cNvSpPr txBox="1"/>
          <p:nvPr/>
        </p:nvSpPr>
        <p:spPr>
          <a:xfrm>
            <a:off x="1752337" y="3756151"/>
            <a:ext cx="50238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Meta ADS</a:t>
            </a:r>
            <a:endParaRPr/>
          </a:p>
        </p:txBody>
      </p:sp>
      <p:grpSp>
        <p:nvGrpSpPr>
          <p:cNvPr id="284" name="Google Shape;284;p17"/>
          <p:cNvGrpSpPr/>
          <p:nvPr/>
        </p:nvGrpSpPr>
        <p:grpSpPr>
          <a:xfrm>
            <a:off x="842909" y="8006016"/>
            <a:ext cx="6456339" cy="860935"/>
            <a:chOff x="0" y="-57150"/>
            <a:chExt cx="4607064" cy="614339"/>
          </a:xfrm>
        </p:grpSpPr>
        <p:sp>
          <p:nvSpPr>
            <p:cNvPr id="285" name="Google Shape;285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286" name="Google Shape;286;p17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7" name="Google Shape;287;p17"/>
          <p:cNvSpPr txBox="1"/>
          <p:nvPr/>
        </p:nvSpPr>
        <p:spPr>
          <a:xfrm>
            <a:off x="2165191" y="8244946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 </a:t>
            </a:r>
            <a:endParaRPr/>
          </a:p>
        </p:txBody>
      </p:sp>
      <p:cxnSp>
        <p:nvCxnSpPr>
          <p:cNvPr id="288" name="Google Shape;288;p17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89" name="Google Shape;289;p17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290" name="Google Shape;290;p17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1" name="Google Shape;291;p17"/>
          <p:cNvSpPr txBox="1"/>
          <p:nvPr/>
        </p:nvSpPr>
        <p:spPr>
          <a:xfrm>
            <a:off x="13077411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292" name="Google Shape;292;p17"/>
          <p:cNvSpPr txBox="1"/>
          <p:nvPr/>
        </p:nvSpPr>
        <p:spPr>
          <a:xfrm>
            <a:off x="92964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grpSp>
        <p:nvGrpSpPr>
          <p:cNvPr id="293" name="Google Shape;293;p17"/>
          <p:cNvGrpSpPr/>
          <p:nvPr/>
        </p:nvGrpSpPr>
        <p:grpSpPr>
          <a:xfrm>
            <a:off x="842905" y="6475575"/>
            <a:ext cx="6503792" cy="840369"/>
            <a:chOff x="0" y="-38100"/>
            <a:chExt cx="4607064" cy="595289"/>
          </a:xfrm>
        </p:grpSpPr>
        <p:sp>
          <p:nvSpPr>
            <p:cNvPr id="294" name="Google Shape;294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295" name="Google Shape;295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6" name="Google Shape;296;p17"/>
          <p:cNvSpPr/>
          <p:nvPr/>
        </p:nvSpPr>
        <p:spPr>
          <a:xfrm>
            <a:off x="2139124" y="6577552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7" name="Google Shape;297;p17"/>
          <p:cNvSpPr txBox="1"/>
          <p:nvPr/>
        </p:nvSpPr>
        <p:spPr>
          <a:xfrm>
            <a:off x="1927045" y="6663530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Meta ADS</a:t>
            </a:r>
            <a:endParaRPr/>
          </a:p>
        </p:txBody>
      </p:sp>
      <p:sp>
        <p:nvSpPr>
          <p:cNvPr id="298" name="Google Shape;298;p17"/>
          <p:cNvSpPr/>
          <p:nvPr/>
        </p:nvSpPr>
        <p:spPr>
          <a:xfrm>
            <a:off x="2971687" y="643938"/>
            <a:ext cx="1801462" cy="1801462"/>
          </a:xfrm>
          <a:custGeom>
            <a:rect b="b" l="l" r="r" t="t"/>
            <a:pathLst>
              <a:path extrusionOk="0" h="1801462" w="1801462">
                <a:moveTo>
                  <a:pt x="0" y="0"/>
                </a:moveTo>
                <a:lnTo>
                  <a:pt x="1801462" y="0"/>
                </a:lnTo>
                <a:lnTo>
                  <a:pt x="1801462" y="1801463"/>
                </a:lnTo>
                <a:lnTo>
                  <a:pt x="0" y="180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9" name="Google Shape;299;p17"/>
          <p:cNvSpPr txBox="1"/>
          <p:nvPr/>
        </p:nvSpPr>
        <p:spPr>
          <a:xfrm>
            <a:off x="13314018" y="2838600"/>
            <a:ext cx="38175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{{MoisFR}}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0" name="Google Shape;300;p17"/>
          <p:cNvSpPr txBox="1"/>
          <p:nvPr/>
        </p:nvSpPr>
        <p:spPr>
          <a:xfrm>
            <a:off x="9505651" y="2838600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{{MoisAvantFR}}</a:t>
            </a:r>
            <a:endParaRPr/>
          </a:p>
        </p:txBody>
      </p:sp>
      <p:pic>
        <p:nvPicPr>
          <p:cNvPr id="301" name="Google Shape;301;p17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308450" y="8148013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7"/>
          <p:cNvSpPr txBox="1"/>
          <p:nvPr/>
        </p:nvSpPr>
        <p:spPr>
          <a:xfrm>
            <a:off x="13139238" y="3621638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{{imprM}}</a:t>
            </a:r>
            <a:endParaRPr/>
          </a:p>
        </p:txBody>
      </p:sp>
      <p:sp>
        <p:nvSpPr>
          <p:cNvPr id="303" name="Google Shape;303;p17"/>
          <p:cNvSpPr txBox="1"/>
          <p:nvPr/>
        </p:nvSpPr>
        <p:spPr>
          <a:xfrm>
            <a:off x="13161588" y="5120450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{{clicM}}</a:t>
            </a:r>
            <a:endParaRPr/>
          </a:p>
        </p:txBody>
      </p:sp>
      <p:sp>
        <p:nvSpPr>
          <p:cNvPr id="304" name="Google Shape;304;p17"/>
          <p:cNvSpPr txBox="1"/>
          <p:nvPr/>
        </p:nvSpPr>
        <p:spPr>
          <a:xfrm>
            <a:off x="13139242" y="6524721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{{coutM}}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05" name="Google Shape;305;p17"/>
          <p:cNvSpPr txBox="1"/>
          <p:nvPr/>
        </p:nvSpPr>
        <p:spPr>
          <a:xfrm>
            <a:off x="13139238" y="8139763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{{cpcM}}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06" name="Google Shape;306;p17"/>
          <p:cNvSpPr txBox="1"/>
          <p:nvPr/>
        </p:nvSpPr>
        <p:spPr>
          <a:xfrm>
            <a:off x="8355201" y="3621638"/>
            <a:ext cx="4063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{{imprMlast}}</a:t>
            </a:r>
            <a:endParaRPr/>
          </a:p>
        </p:txBody>
      </p:sp>
      <p:sp>
        <p:nvSpPr>
          <p:cNvPr id="307" name="Google Shape;307;p17"/>
          <p:cNvSpPr txBox="1"/>
          <p:nvPr/>
        </p:nvSpPr>
        <p:spPr>
          <a:xfrm>
            <a:off x="8524388" y="5120450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{{clicMlast}}</a:t>
            </a:r>
            <a:endParaRPr/>
          </a:p>
        </p:txBody>
      </p:sp>
      <p:sp>
        <p:nvSpPr>
          <p:cNvPr id="308" name="Google Shape;308;p17"/>
          <p:cNvSpPr txBox="1"/>
          <p:nvPr/>
        </p:nvSpPr>
        <p:spPr>
          <a:xfrm>
            <a:off x="7994003" y="6506588"/>
            <a:ext cx="47859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{{coutMlast}}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09" name="Google Shape;309;p17"/>
          <p:cNvSpPr txBox="1"/>
          <p:nvPr/>
        </p:nvSpPr>
        <p:spPr>
          <a:xfrm>
            <a:off x="8149250" y="8139763"/>
            <a:ext cx="44754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{{cpcMlast}}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8"/>
          <p:cNvSpPr txBox="1"/>
          <p:nvPr/>
        </p:nvSpPr>
        <p:spPr>
          <a:xfrm>
            <a:off x="3196211" y="698435"/>
            <a:ext cx="118956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</a:t>
            </a:r>
            <a:r>
              <a:rPr lang="en-US" sz="7500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MICROSOFT ADS</a:t>
            </a:r>
            <a:endParaRPr sz="7500">
              <a:solidFill>
                <a:srgbClr val="FFFFFF"/>
              </a:solidFill>
              <a:latin typeface="Allerta Stencil"/>
              <a:ea typeface="Allerta Stencil"/>
              <a:cs typeface="Allerta Stencil"/>
              <a:sym typeface="Allerta Stencil"/>
            </a:endParaRPr>
          </a:p>
        </p:txBody>
      </p:sp>
      <p:sp>
        <p:nvSpPr>
          <p:cNvPr id="315" name="Google Shape;315;p18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16" name="Google Shape;316;p18"/>
          <p:cNvGrpSpPr/>
          <p:nvPr/>
        </p:nvGrpSpPr>
        <p:grpSpPr>
          <a:xfrm rot="-5400000">
            <a:off x="-6824772" y="3910612"/>
            <a:ext cx="11958230" cy="2037834"/>
            <a:chOff x="0" y="-28575"/>
            <a:chExt cx="3149472" cy="536710"/>
          </a:xfrm>
        </p:grpSpPr>
        <p:sp>
          <p:nvSpPr>
            <p:cNvPr id="317" name="Google Shape;317;p18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318" name="Google Shape;318;p18"/>
            <p:cNvSpPr txBox="1"/>
            <p:nvPr/>
          </p:nvSpPr>
          <p:spPr>
            <a:xfrm>
              <a:off x="0" y="-28575"/>
              <a:ext cx="3149400" cy="5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9" name="Google Shape;319;p18"/>
          <p:cNvGrpSpPr/>
          <p:nvPr/>
        </p:nvGrpSpPr>
        <p:grpSpPr>
          <a:xfrm>
            <a:off x="859562" y="3716447"/>
            <a:ext cx="6503792" cy="867348"/>
            <a:chOff x="0" y="-57150"/>
            <a:chExt cx="4607064" cy="614400"/>
          </a:xfrm>
        </p:grpSpPr>
        <p:sp>
          <p:nvSpPr>
            <p:cNvPr id="320" name="Google Shape;320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321" name="Google Shape;321;p18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2" name="Google Shape;322;p18"/>
          <p:cNvGrpSpPr/>
          <p:nvPr/>
        </p:nvGrpSpPr>
        <p:grpSpPr>
          <a:xfrm>
            <a:off x="859562" y="5193871"/>
            <a:ext cx="6503792" cy="867348"/>
            <a:chOff x="0" y="-57150"/>
            <a:chExt cx="4607064" cy="614400"/>
          </a:xfrm>
        </p:grpSpPr>
        <p:sp>
          <p:nvSpPr>
            <p:cNvPr id="323" name="Google Shape;323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324" name="Google Shape;324;p18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5" name="Google Shape;325;p18"/>
          <p:cNvSpPr/>
          <p:nvPr/>
        </p:nvSpPr>
        <p:spPr>
          <a:xfrm>
            <a:off x="1767858" y="5405043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6" name="Google Shape;326;p18"/>
          <p:cNvSpPr/>
          <p:nvPr/>
        </p:nvSpPr>
        <p:spPr>
          <a:xfrm>
            <a:off x="1767862" y="3913255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7" name="Google Shape;327;p18"/>
          <p:cNvSpPr txBox="1"/>
          <p:nvPr/>
        </p:nvSpPr>
        <p:spPr>
          <a:xfrm>
            <a:off x="1759601" y="5429300"/>
            <a:ext cx="5325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Microsoft ADS</a:t>
            </a:r>
            <a:endParaRPr b="1" sz="2264" u="sng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8" name="Google Shape;328;p18"/>
          <p:cNvSpPr txBox="1"/>
          <p:nvPr/>
        </p:nvSpPr>
        <p:spPr>
          <a:xfrm>
            <a:off x="1891987" y="3999351"/>
            <a:ext cx="50238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5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Microsoft ADS</a:t>
            </a:r>
            <a:endParaRPr b="1" sz="2265" u="sng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29" name="Google Shape;329;p18"/>
          <p:cNvGrpSpPr/>
          <p:nvPr/>
        </p:nvGrpSpPr>
        <p:grpSpPr>
          <a:xfrm>
            <a:off x="883284" y="8201741"/>
            <a:ext cx="6456339" cy="861020"/>
            <a:chOff x="0" y="-57150"/>
            <a:chExt cx="4607064" cy="614400"/>
          </a:xfrm>
        </p:grpSpPr>
        <p:sp>
          <p:nvSpPr>
            <p:cNvPr id="330" name="Google Shape;330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331" name="Google Shape;331;p18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2" name="Google Shape;332;p18"/>
          <p:cNvSpPr txBox="1"/>
          <p:nvPr/>
        </p:nvSpPr>
        <p:spPr>
          <a:xfrm>
            <a:off x="2205566" y="8440671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 </a:t>
            </a:r>
            <a:endParaRPr/>
          </a:p>
        </p:txBody>
      </p:sp>
      <p:cxnSp>
        <p:nvCxnSpPr>
          <p:cNvPr id="333" name="Google Shape;333;p18"/>
          <p:cNvCxnSpPr/>
          <p:nvPr/>
        </p:nvCxnSpPr>
        <p:spPr>
          <a:xfrm rot="10800000">
            <a:off x="12768272" y="3530812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34" name="Google Shape;334;p18"/>
          <p:cNvSpPr/>
          <p:nvPr/>
        </p:nvSpPr>
        <p:spPr>
          <a:xfrm rot="-2991871">
            <a:off x="16244780" y="528036"/>
            <a:ext cx="971994" cy="870888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140" t="0"/>
            </a:stretch>
          </a:blipFill>
          <a:ln>
            <a:noFill/>
          </a:ln>
        </p:spPr>
      </p:sp>
      <p:sp>
        <p:nvSpPr>
          <p:cNvPr id="335" name="Google Shape;335;p18"/>
          <p:cNvSpPr/>
          <p:nvPr/>
        </p:nvSpPr>
        <p:spPr>
          <a:xfrm rot="-7996595">
            <a:off x="16812912" y="1143422"/>
            <a:ext cx="971394" cy="531598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6" name="Google Shape;336;p18"/>
          <p:cNvSpPr txBox="1"/>
          <p:nvPr/>
        </p:nvSpPr>
        <p:spPr>
          <a:xfrm>
            <a:off x="13077411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337" name="Google Shape;337;p18"/>
          <p:cNvSpPr txBox="1"/>
          <p:nvPr/>
        </p:nvSpPr>
        <p:spPr>
          <a:xfrm>
            <a:off x="92964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grpSp>
        <p:nvGrpSpPr>
          <p:cNvPr id="338" name="Google Shape;338;p18"/>
          <p:cNvGrpSpPr/>
          <p:nvPr/>
        </p:nvGrpSpPr>
        <p:grpSpPr>
          <a:xfrm>
            <a:off x="883280" y="6671300"/>
            <a:ext cx="6503792" cy="840369"/>
            <a:chOff x="0" y="-38100"/>
            <a:chExt cx="4607064" cy="595289"/>
          </a:xfrm>
        </p:grpSpPr>
        <p:sp>
          <p:nvSpPr>
            <p:cNvPr id="339" name="Google Shape;339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340" name="Google Shape;340;p18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1" name="Google Shape;341;p18"/>
          <p:cNvSpPr txBox="1"/>
          <p:nvPr/>
        </p:nvSpPr>
        <p:spPr>
          <a:xfrm>
            <a:off x="1967420" y="6859255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Microsoft ADS</a:t>
            </a:r>
            <a:endParaRPr/>
          </a:p>
        </p:txBody>
      </p:sp>
      <p:sp>
        <p:nvSpPr>
          <p:cNvPr id="342" name="Google Shape;342;p18"/>
          <p:cNvSpPr txBox="1"/>
          <p:nvPr/>
        </p:nvSpPr>
        <p:spPr>
          <a:xfrm>
            <a:off x="13354393" y="3034325"/>
            <a:ext cx="38175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{{MoisFR}}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3" name="Google Shape;343;p18"/>
          <p:cNvSpPr txBox="1"/>
          <p:nvPr/>
        </p:nvSpPr>
        <p:spPr>
          <a:xfrm>
            <a:off x="9546026" y="3034325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{{MoisAvantFR}}</a:t>
            </a:r>
            <a:endParaRPr/>
          </a:p>
        </p:txBody>
      </p:sp>
      <p:pic>
        <p:nvPicPr>
          <p:cNvPr id="344" name="Google Shape;344;p18" title="sac-dargent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48825" y="8343738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18" title="Microsoft-Advertising-removebg-preview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906300" y="1101726"/>
            <a:ext cx="4475400" cy="2519933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18"/>
          <p:cNvSpPr txBox="1"/>
          <p:nvPr/>
        </p:nvSpPr>
        <p:spPr>
          <a:xfrm>
            <a:off x="13364152" y="3602425"/>
            <a:ext cx="4672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{{imprMicr}}</a:t>
            </a:r>
            <a:endParaRPr/>
          </a:p>
        </p:txBody>
      </p:sp>
      <p:sp>
        <p:nvSpPr>
          <p:cNvPr id="347" name="Google Shape;347;p18"/>
          <p:cNvSpPr txBox="1"/>
          <p:nvPr/>
        </p:nvSpPr>
        <p:spPr>
          <a:xfrm>
            <a:off x="13364150" y="5163100"/>
            <a:ext cx="4672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{{clicMicr}}</a:t>
            </a:r>
            <a:endParaRPr/>
          </a:p>
        </p:txBody>
      </p:sp>
      <p:sp>
        <p:nvSpPr>
          <p:cNvPr id="348" name="Google Shape;348;p18"/>
          <p:cNvSpPr txBox="1"/>
          <p:nvPr/>
        </p:nvSpPr>
        <p:spPr>
          <a:xfrm>
            <a:off x="13364150" y="6721225"/>
            <a:ext cx="4672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{{coutMicr}}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9" name="Google Shape;349;p18"/>
          <p:cNvSpPr txBox="1"/>
          <p:nvPr/>
        </p:nvSpPr>
        <p:spPr>
          <a:xfrm>
            <a:off x="13364150" y="8279775"/>
            <a:ext cx="4672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{{cpcMicr}}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0" name="Google Shape;350;p18"/>
          <p:cNvSpPr txBox="1"/>
          <p:nvPr/>
        </p:nvSpPr>
        <p:spPr>
          <a:xfrm>
            <a:off x="7167615" y="3733925"/>
            <a:ext cx="53502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{{imprMicrlast}}</a:t>
            </a:r>
            <a:endParaRPr/>
          </a:p>
        </p:txBody>
      </p:sp>
      <p:sp>
        <p:nvSpPr>
          <p:cNvPr id="351" name="Google Shape;351;p18"/>
          <p:cNvSpPr txBox="1"/>
          <p:nvPr/>
        </p:nvSpPr>
        <p:spPr>
          <a:xfrm>
            <a:off x="7167614" y="5294600"/>
            <a:ext cx="53502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{{clicMicrlast}}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2" name="Google Shape;352;p18"/>
          <p:cNvSpPr txBox="1"/>
          <p:nvPr/>
        </p:nvSpPr>
        <p:spPr>
          <a:xfrm>
            <a:off x="7167613" y="6852725"/>
            <a:ext cx="552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{{coutMicrlast}}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3" name="Google Shape;353;p18"/>
          <p:cNvSpPr txBox="1"/>
          <p:nvPr/>
        </p:nvSpPr>
        <p:spPr>
          <a:xfrm>
            <a:off x="7167613" y="8411275"/>
            <a:ext cx="552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{{cpcMicrlast}}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4" name="Google Shape;354;p18"/>
          <p:cNvSpPr/>
          <p:nvPr/>
        </p:nvSpPr>
        <p:spPr>
          <a:xfrm>
            <a:off x="2269024" y="6766027"/>
            <a:ext cx="568298" cy="730930"/>
          </a:xfrm>
          <a:custGeom>
            <a:rect b="b" l="l" r="r" t="t"/>
            <a:pathLst>
              <a:path extrusionOk="0" h="981114" w="762816">
                <a:moveTo>
                  <a:pt x="0" y="0"/>
                </a:moveTo>
                <a:lnTo>
                  <a:pt x="762816" y="0"/>
                </a:lnTo>
                <a:lnTo>
                  <a:pt x="762816" y="981114"/>
                </a:lnTo>
                <a:lnTo>
                  <a:pt x="0" y="9811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9" name="Google Shape;359;p19"/>
          <p:cNvGrpSpPr/>
          <p:nvPr/>
        </p:nvGrpSpPr>
        <p:grpSpPr>
          <a:xfrm>
            <a:off x="1082550" y="3812550"/>
            <a:ext cx="6507939" cy="873825"/>
            <a:chOff x="0" y="-38100"/>
            <a:chExt cx="4607064" cy="595289"/>
          </a:xfrm>
        </p:grpSpPr>
        <p:sp>
          <p:nvSpPr>
            <p:cNvPr id="360" name="Google Shape;360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CD00"/>
            </a:solidFill>
            <a:ln>
              <a:noFill/>
            </a:ln>
          </p:spPr>
        </p:sp>
        <p:sp>
          <p:nvSpPr>
            <p:cNvPr id="361" name="Google Shape;361;p19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2" name="Google Shape;362;p19"/>
          <p:cNvSpPr/>
          <p:nvPr/>
        </p:nvSpPr>
        <p:spPr>
          <a:xfrm>
            <a:off x="2543136" y="4023881"/>
            <a:ext cx="465565" cy="451175"/>
          </a:xfrm>
          <a:custGeom>
            <a:rect b="b" l="l" r="r" t="t"/>
            <a:pathLst>
              <a:path extrusionOk="0" h="451175" w="465565">
                <a:moveTo>
                  <a:pt x="0" y="0"/>
                </a:moveTo>
                <a:lnTo>
                  <a:pt x="465565" y="0"/>
                </a:lnTo>
                <a:lnTo>
                  <a:pt x="465565" y="451175"/>
                </a:lnTo>
                <a:lnTo>
                  <a:pt x="0" y="451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3" name="Google Shape;363;p19"/>
          <p:cNvSpPr txBox="1"/>
          <p:nvPr/>
        </p:nvSpPr>
        <p:spPr>
          <a:xfrm>
            <a:off x="2310298" y="4054244"/>
            <a:ext cx="48222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5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Total</a:t>
            </a:r>
            <a:endParaRPr/>
          </a:p>
        </p:txBody>
      </p:sp>
      <p:sp>
        <p:nvSpPr>
          <p:cNvPr id="364" name="Google Shape;364;p19"/>
          <p:cNvSpPr txBox="1"/>
          <p:nvPr/>
        </p:nvSpPr>
        <p:spPr>
          <a:xfrm>
            <a:off x="4425496" y="1019175"/>
            <a:ext cx="9437009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SYNTHÈSE </a:t>
            </a:r>
            <a:endParaRPr/>
          </a:p>
        </p:txBody>
      </p:sp>
      <p:grpSp>
        <p:nvGrpSpPr>
          <p:cNvPr id="365" name="Google Shape;365;p19"/>
          <p:cNvGrpSpPr/>
          <p:nvPr/>
        </p:nvGrpSpPr>
        <p:grpSpPr>
          <a:xfrm>
            <a:off x="1082551" y="5134088"/>
            <a:ext cx="6456339" cy="834238"/>
            <a:chOff x="0" y="-38100"/>
            <a:chExt cx="4607064" cy="595289"/>
          </a:xfrm>
        </p:grpSpPr>
        <p:sp>
          <p:nvSpPr>
            <p:cNvPr id="366" name="Google Shape;366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  <a:ln>
              <a:noFill/>
            </a:ln>
          </p:spPr>
        </p:sp>
        <p:sp>
          <p:nvSpPr>
            <p:cNvPr id="367" name="Google Shape;367;p19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8" name="Google Shape;368;p19"/>
          <p:cNvSpPr txBox="1"/>
          <p:nvPr/>
        </p:nvSpPr>
        <p:spPr>
          <a:xfrm>
            <a:off x="2052826" y="5339666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Google ADS</a:t>
            </a:r>
            <a:endParaRPr/>
          </a:p>
        </p:txBody>
      </p:sp>
      <p:grpSp>
        <p:nvGrpSpPr>
          <p:cNvPr id="369" name="Google Shape;369;p19"/>
          <p:cNvGrpSpPr/>
          <p:nvPr/>
        </p:nvGrpSpPr>
        <p:grpSpPr>
          <a:xfrm>
            <a:off x="1134224" y="6463936"/>
            <a:ext cx="6456339" cy="834238"/>
            <a:chOff x="0" y="-38100"/>
            <a:chExt cx="4607064" cy="595289"/>
          </a:xfrm>
        </p:grpSpPr>
        <p:sp>
          <p:nvSpPr>
            <p:cNvPr id="370" name="Google Shape;370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371" name="Google Shape;371;p19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2" name="Google Shape;372;p19"/>
          <p:cNvSpPr txBox="1"/>
          <p:nvPr/>
        </p:nvSpPr>
        <p:spPr>
          <a:xfrm>
            <a:off x="2052826" y="6648640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Meta ADS</a:t>
            </a:r>
            <a:endParaRPr/>
          </a:p>
        </p:txBody>
      </p:sp>
      <p:grpSp>
        <p:nvGrpSpPr>
          <p:cNvPr id="373" name="Google Shape;373;p19"/>
          <p:cNvGrpSpPr/>
          <p:nvPr/>
        </p:nvGrpSpPr>
        <p:grpSpPr>
          <a:xfrm>
            <a:off x="1082551" y="7820890"/>
            <a:ext cx="6456339" cy="834238"/>
            <a:chOff x="0" y="-38100"/>
            <a:chExt cx="4607064" cy="595289"/>
          </a:xfrm>
        </p:grpSpPr>
        <p:sp>
          <p:nvSpPr>
            <p:cNvPr id="374" name="Google Shape;374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375" name="Google Shape;375;p19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6" name="Google Shape;376;p19"/>
          <p:cNvSpPr txBox="1"/>
          <p:nvPr/>
        </p:nvSpPr>
        <p:spPr>
          <a:xfrm>
            <a:off x="2159975" y="8026467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formulaire</a:t>
            </a:r>
            <a:endParaRPr/>
          </a:p>
        </p:txBody>
      </p:sp>
      <p:sp>
        <p:nvSpPr>
          <p:cNvPr id="377" name="Google Shape;377;p19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78" name="Google Shape;378;p19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379" name="Google Shape;379;p19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380" name="Google Shape;380;p19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1" name="Google Shape;381;p19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382" name="Google Shape;382;p19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83" name="Google Shape;383;p19"/>
          <p:cNvCxnSpPr/>
          <p:nvPr/>
        </p:nvCxnSpPr>
        <p:spPr>
          <a:xfrm rot="10800000">
            <a:off x="12920905" y="3307565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84" name="Google Shape;384;p19"/>
          <p:cNvSpPr txBox="1"/>
          <p:nvPr/>
        </p:nvSpPr>
        <p:spPr>
          <a:xfrm>
            <a:off x="13556319" y="2980875"/>
            <a:ext cx="3387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{{MoisFR}}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5" name="Google Shape;385;p19"/>
          <p:cNvSpPr txBox="1"/>
          <p:nvPr/>
        </p:nvSpPr>
        <p:spPr>
          <a:xfrm>
            <a:off x="8950951" y="2980875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{{MoisAvantFR}}</a:t>
            </a:r>
            <a:endParaRPr/>
          </a:p>
        </p:txBody>
      </p:sp>
      <p:sp>
        <p:nvSpPr>
          <p:cNvPr id="386" name="Google Shape;386;p19"/>
          <p:cNvSpPr txBox="1"/>
          <p:nvPr/>
        </p:nvSpPr>
        <p:spPr>
          <a:xfrm>
            <a:off x="13529633" y="3916525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{{coutT}}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387" name="Google Shape;387;p19"/>
          <p:cNvSpPr txBox="1"/>
          <p:nvPr/>
        </p:nvSpPr>
        <p:spPr>
          <a:xfrm>
            <a:off x="13429728" y="5189073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{{coutG}}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88" name="Google Shape;388;p19"/>
          <p:cNvSpPr txBox="1"/>
          <p:nvPr/>
        </p:nvSpPr>
        <p:spPr>
          <a:xfrm>
            <a:off x="13429728" y="6560425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{{coutM}}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89" name="Google Shape;389;p19"/>
          <p:cNvSpPr txBox="1"/>
          <p:nvPr/>
        </p:nvSpPr>
        <p:spPr>
          <a:xfrm>
            <a:off x="8242003" y="3916525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{{coutTlast}}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390" name="Google Shape;390;p19"/>
          <p:cNvSpPr txBox="1"/>
          <p:nvPr/>
        </p:nvSpPr>
        <p:spPr>
          <a:xfrm>
            <a:off x="8140498" y="5189070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{{coutGlast}}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91" name="Google Shape;391;p19"/>
          <p:cNvSpPr txBox="1"/>
          <p:nvPr/>
        </p:nvSpPr>
        <p:spPr>
          <a:xfrm>
            <a:off x="8140498" y="6560419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{{coutMlast}}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92" name="Google Shape;392;p19"/>
          <p:cNvSpPr txBox="1"/>
          <p:nvPr/>
        </p:nvSpPr>
        <p:spPr>
          <a:xfrm>
            <a:off x="13429728" y="7903825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{{coutF}}€</a:t>
            </a:r>
            <a:endParaRPr sz="434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3" name="Google Shape;393;p19"/>
          <p:cNvSpPr txBox="1"/>
          <p:nvPr/>
        </p:nvSpPr>
        <p:spPr>
          <a:xfrm>
            <a:off x="8140498" y="7903816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{{coutFlast}} €</a:t>
            </a:r>
            <a:endParaRPr sz="434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4" name="Google Shape;394;p19"/>
          <p:cNvSpPr/>
          <p:nvPr/>
        </p:nvSpPr>
        <p:spPr>
          <a:xfrm>
            <a:off x="2052826" y="5191338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5" name="Google Shape;395;p19"/>
          <p:cNvSpPr/>
          <p:nvPr/>
        </p:nvSpPr>
        <p:spPr>
          <a:xfrm>
            <a:off x="2208801" y="6560201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6" name="Google Shape;396;p19"/>
          <p:cNvSpPr/>
          <p:nvPr/>
        </p:nvSpPr>
        <p:spPr>
          <a:xfrm>
            <a:off x="1819351" y="7901938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97" name="Google Shape;397;p19"/>
          <p:cNvGrpSpPr/>
          <p:nvPr/>
        </p:nvGrpSpPr>
        <p:grpSpPr>
          <a:xfrm>
            <a:off x="1082551" y="9076915"/>
            <a:ext cx="6456339" cy="834238"/>
            <a:chOff x="0" y="-38100"/>
            <a:chExt cx="4607064" cy="595289"/>
          </a:xfrm>
        </p:grpSpPr>
        <p:sp>
          <p:nvSpPr>
            <p:cNvPr id="398" name="Google Shape;398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97BD"/>
            </a:solidFill>
            <a:ln>
              <a:noFill/>
            </a:ln>
          </p:spPr>
        </p:sp>
        <p:sp>
          <p:nvSpPr>
            <p:cNvPr id="399" name="Google Shape;399;p19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0" name="Google Shape;400;p19"/>
          <p:cNvSpPr txBox="1"/>
          <p:nvPr/>
        </p:nvSpPr>
        <p:spPr>
          <a:xfrm>
            <a:off x="2159975" y="9282492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Leads</a:t>
            </a:r>
            <a:endParaRPr/>
          </a:p>
        </p:txBody>
      </p:sp>
      <p:sp>
        <p:nvSpPr>
          <p:cNvPr id="401" name="Google Shape;401;p19"/>
          <p:cNvSpPr txBox="1"/>
          <p:nvPr/>
        </p:nvSpPr>
        <p:spPr>
          <a:xfrm>
            <a:off x="13429728" y="9159850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{{forms}}</a:t>
            </a:r>
            <a:endParaRPr sz="434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2" name="Google Shape;402;p19"/>
          <p:cNvSpPr txBox="1"/>
          <p:nvPr/>
        </p:nvSpPr>
        <p:spPr>
          <a:xfrm>
            <a:off x="8140498" y="9159841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{{formslast}}</a:t>
            </a:r>
            <a:endParaRPr sz="434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3" name="Google Shape;403;p19"/>
          <p:cNvSpPr/>
          <p:nvPr/>
        </p:nvSpPr>
        <p:spPr>
          <a:xfrm>
            <a:off x="1819351" y="9157963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0"/>
          <p:cNvSpPr/>
          <p:nvPr/>
        </p:nvSpPr>
        <p:spPr>
          <a:xfrm>
            <a:off x="0" y="3406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9" name="Google Shape;409;p20"/>
          <p:cNvSpPr/>
          <p:nvPr/>
        </p:nvSpPr>
        <p:spPr>
          <a:xfrm>
            <a:off x="1875581" y="4349644"/>
            <a:ext cx="14536837" cy="1587711"/>
          </a:xfrm>
          <a:custGeom>
            <a:rect b="b" l="l" r="r" t="t"/>
            <a:pathLst>
              <a:path extrusionOk="0" h="1587711" w="14536837">
                <a:moveTo>
                  <a:pt x="0" y="0"/>
                </a:moveTo>
                <a:lnTo>
                  <a:pt x="14536838" y="0"/>
                </a:lnTo>
                <a:lnTo>
                  <a:pt x="14536838" y="1587712"/>
                </a:lnTo>
                <a:lnTo>
                  <a:pt x="0" y="15877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0" name="Google Shape;410;p20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11" name="Google Shape;411;p20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412" name="Google Shape;412;p20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413" name="Google Shape;413;p20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