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9.jpg"/><Relationship Id="rId5" Type="http://schemas.openxmlformats.org/officeDocument/2006/relationships/image" Target="../media/image1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10" Type="http://schemas.openxmlformats.org/officeDocument/2006/relationships/image" Target="../media/image6.png"/><Relationship Id="rId9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5" Type="http://schemas.openxmlformats.org/officeDocument/2006/relationships/image" Target="../media/image12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10" Type="http://schemas.openxmlformats.org/officeDocument/2006/relationships/image" Target="../media/image6.png"/><Relationship Id="rId9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Tousalon Toulouse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23 978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207 114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20 295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229 245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1 159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1 817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399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424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138 533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745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791,15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0,06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160 430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1 019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860,85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0,06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13 111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14 153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3644677"/>
            <a:ext cx="6710189" cy="836322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817316"/>
            <a:ext cx="6710189" cy="836322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986596"/>
            <a:ext cx="6710189" cy="836322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819735"/>
            <a:ext cx="630289" cy="575846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5060311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Convertible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891254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6224755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Canapes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932773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1 401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5105411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971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6276145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634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947550" y="8607930"/>
            <a:ext cx="6710189" cy="873587"/>
            <a:chOff x="0" y="-38100"/>
            <a:chExt cx="4607064" cy="595289"/>
          </a:xfrm>
        </p:grpSpPr>
        <p:sp>
          <p:nvSpPr>
            <p:cNvPr id="222" name="Google Shape;22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3" name="Google Shape;22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16"/>
          <p:cNvSpPr/>
          <p:nvPr/>
        </p:nvSpPr>
        <p:spPr>
          <a:xfrm>
            <a:off x="1631292" y="8861947"/>
            <a:ext cx="405640" cy="462985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2036421" y="8860429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947550" y="7297100"/>
            <a:ext cx="6710189" cy="873587"/>
            <a:chOff x="0" y="-38100"/>
            <a:chExt cx="4607064" cy="59528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/>
          <p:nvPr/>
        </p:nvSpPr>
        <p:spPr>
          <a:xfrm>
            <a:off x="1547076" y="7468999"/>
            <a:ext cx="688568" cy="591398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6"/>
          <p:cNvSpPr txBox="1"/>
          <p:nvPr/>
        </p:nvSpPr>
        <p:spPr>
          <a:xfrm>
            <a:off x="2076479" y="7549596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1" name="Google Shape;231;p16"/>
          <p:cNvSpPr txBox="1"/>
          <p:nvPr/>
        </p:nvSpPr>
        <p:spPr>
          <a:xfrm>
            <a:off x="13302498" y="8871695"/>
            <a:ext cx="40131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23 978</a:t>
            </a:r>
            <a:endParaRPr sz="1263"/>
          </a:p>
        </p:txBody>
      </p:sp>
      <p:sp>
        <p:nvSpPr>
          <p:cNvPr id="232" name="Google Shape;232;p16"/>
          <p:cNvSpPr txBox="1"/>
          <p:nvPr/>
        </p:nvSpPr>
        <p:spPr>
          <a:xfrm>
            <a:off x="13302498" y="7463602"/>
            <a:ext cx="40131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207 114</a:t>
            </a:r>
            <a:endParaRPr sz="1263"/>
          </a:p>
        </p:txBody>
      </p:sp>
      <p:sp>
        <p:nvSpPr>
          <p:cNvPr id="233" name="Google Shape;233;p16"/>
          <p:cNvSpPr txBox="1"/>
          <p:nvPr/>
        </p:nvSpPr>
        <p:spPr>
          <a:xfrm>
            <a:off x="8172623" y="8860439"/>
            <a:ext cx="38961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20 295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8149528" y="7463611"/>
            <a:ext cx="41664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229 245</a:t>
            </a:r>
            <a:endParaRPr sz="1263"/>
          </a:p>
        </p:txBody>
      </p:sp>
      <p:pic>
        <p:nvPicPr>
          <p:cNvPr id="235" name="Google Shape;235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6055045"/>
            <a:ext cx="789600" cy="761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974023"/>
            <a:ext cx="609600" cy="58800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8254525" y="3756409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1 512</a:t>
            </a:r>
            <a:endParaRPr sz="1727"/>
          </a:p>
        </p:txBody>
      </p:sp>
      <p:sp>
        <p:nvSpPr>
          <p:cNvPr id="238" name="Google Shape;238;p16"/>
          <p:cNvSpPr txBox="1"/>
          <p:nvPr/>
        </p:nvSpPr>
        <p:spPr>
          <a:xfrm>
            <a:off x="8254525" y="4929047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1 080</a:t>
            </a:r>
            <a:endParaRPr sz="1727"/>
          </a:p>
        </p:txBody>
      </p:sp>
      <p:sp>
        <p:nvSpPr>
          <p:cNvPr id="239" name="Google Shape;239;p16"/>
          <p:cNvSpPr txBox="1"/>
          <p:nvPr/>
        </p:nvSpPr>
        <p:spPr>
          <a:xfrm>
            <a:off x="8254525" y="6099781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740</a:t>
            </a:r>
            <a:endParaRPr sz="1727"/>
          </a:p>
        </p:txBody>
      </p:sp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68 581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10 122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334,72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0,03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68 815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5 123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403,9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0,08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14.76%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1,33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7.44%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1,59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20" name="Google Shape;32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21" name="Google Shape;32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5" name="Google Shape;325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7" name="Google Shape;32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31" name="Google Shape;33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33" name="Google Shape;333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8" name="Google Shape;338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40" name="Google Shape;340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42" name="Google Shape;342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3" name="Google Shape;343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4" name="Google Shape;344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1 125,87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791,15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334,72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1 264,75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860,85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403,9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0,72€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0,56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6" name="Google Shape;36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