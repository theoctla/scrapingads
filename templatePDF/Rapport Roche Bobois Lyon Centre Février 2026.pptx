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Anton"/>
      <p:regular r:id="rId12"/>
    </p:embeddedFont>
    <p:embeddedFont>
      <p:font typeface="Poppins"/>
      <p:bold r:id="rId13"/>
      <p:boldItalic r:id="rId14"/>
    </p:embeddedFont>
    <p:embeddedFont>
      <p:font typeface="Allerta Stencil"/>
      <p:regular r:id="rId15"/>
    </p:embeddedFont>
    <p:embeddedFont>
      <p:font typeface="DM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font" Target="fonts/Anto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lertaStencil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0.jp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0" Type="http://schemas.openxmlformats.org/officeDocument/2006/relationships/image" Target="../media/image9.png"/><Relationship Id="rId9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Roche Bobois Lyon Centre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33031" y="4051168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26504" y="4240927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29186" y="4280500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433031" y="6521711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529170" y="674743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2085223" y="6712560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14"/>
          <p:cNvSpPr txBox="1"/>
          <p:nvPr/>
        </p:nvSpPr>
        <p:spPr>
          <a:xfrm>
            <a:off x="12860915" y="6636795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1 469</a:t>
            </a:r>
            <a:endParaRPr sz="1263"/>
          </a:p>
        </p:txBody>
      </p:sp>
      <p:sp>
        <p:nvSpPr>
          <p:cNvPr id="125" name="Google Shape;125;p14"/>
          <p:cNvSpPr txBox="1"/>
          <p:nvPr/>
        </p:nvSpPr>
        <p:spPr>
          <a:xfrm>
            <a:off x="12757915" y="4297643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69 556</a:t>
            </a:r>
            <a:endParaRPr sz="1263"/>
          </a:p>
        </p:txBody>
      </p:sp>
      <p:sp>
        <p:nvSpPr>
          <p:cNvPr id="126" name="Google Shape;126;p14"/>
          <p:cNvSpPr txBox="1"/>
          <p:nvPr/>
        </p:nvSpPr>
        <p:spPr>
          <a:xfrm>
            <a:off x="8889016" y="6636797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2 213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786016" y="4280507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117 996</a:t>
            </a:r>
            <a:endParaRPr sz="1263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36" name="Google Shape;136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5"/>
          <p:cNvGrpSpPr/>
          <p:nvPr/>
        </p:nvGrpSpPr>
        <p:grpSpPr>
          <a:xfrm>
            <a:off x="1453637" y="3898947"/>
            <a:ext cx="6503792" cy="867262"/>
            <a:chOff x="0" y="-57150"/>
            <a:chExt cx="4607064" cy="614339"/>
          </a:xfrm>
        </p:grpSpPr>
        <p:sp>
          <p:nvSpPr>
            <p:cNvPr id="138" name="Google Shape;13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39" name="Google Shape;13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1453630" y="7963904"/>
            <a:ext cx="6503792" cy="840369"/>
            <a:chOff x="0" y="-38100"/>
            <a:chExt cx="4607064" cy="595289"/>
          </a:xfrm>
        </p:grpSpPr>
        <p:sp>
          <p:nvSpPr>
            <p:cNvPr id="141" name="Google Shape;14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42" name="Google Shape;142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5"/>
          <p:cNvSpPr/>
          <p:nvPr/>
        </p:nvSpPr>
        <p:spPr>
          <a:xfrm>
            <a:off x="2194087" y="408025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15"/>
          <p:cNvSpPr txBox="1"/>
          <p:nvPr/>
        </p:nvSpPr>
        <p:spPr>
          <a:xfrm>
            <a:off x="2386787" y="4134376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2540370" y="8209785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46" name="Google Shape;146;p15"/>
          <p:cNvGrpSpPr/>
          <p:nvPr/>
        </p:nvGrpSpPr>
        <p:grpSpPr>
          <a:xfrm>
            <a:off x="1483684" y="6556678"/>
            <a:ext cx="6456339" cy="860935"/>
            <a:chOff x="0" y="-57150"/>
            <a:chExt cx="4607064" cy="614339"/>
          </a:xfrm>
        </p:grpSpPr>
        <p:sp>
          <p:nvSpPr>
            <p:cNvPr id="147" name="Google Shape;147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48" name="Google Shape;148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5"/>
          <p:cNvSpPr txBox="1"/>
          <p:nvPr/>
        </p:nvSpPr>
        <p:spPr>
          <a:xfrm>
            <a:off x="2805966" y="6795609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50" name="Google Shape;150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1" name="Google Shape;151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52" name="Google Shape;152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55" name="Google Shape;155;p15"/>
          <p:cNvGrpSpPr/>
          <p:nvPr/>
        </p:nvGrpSpPr>
        <p:grpSpPr>
          <a:xfrm>
            <a:off x="1606030" y="5261725"/>
            <a:ext cx="6503792" cy="840369"/>
            <a:chOff x="0" y="-38100"/>
            <a:chExt cx="4607064" cy="595289"/>
          </a:xfrm>
        </p:grpSpPr>
        <p:sp>
          <p:nvSpPr>
            <p:cNvPr id="156" name="Google Shape;15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57" name="Google Shape;157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15"/>
          <p:cNvSpPr/>
          <p:nvPr/>
        </p:nvSpPr>
        <p:spPr>
          <a:xfrm>
            <a:off x="2313224" y="536370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15"/>
          <p:cNvSpPr txBox="1"/>
          <p:nvPr/>
        </p:nvSpPr>
        <p:spPr>
          <a:xfrm>
            <a:off x="2690170" y="5449681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62" name="Google Shape;162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05975" y="66867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title="sac-dargent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93525" y="8079288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/>
        </p:nvSpPr>
        <p:spPr>
          <a:xfrm>
            <a:off x="12464412" y="39156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4 320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12651113" y="6853000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341,39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12651113" y="8313050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1,32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8479812" y="3915688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14 389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8666512" y="6853000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763,57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8666513" y="8313050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1,18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2651113" y="5347875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258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551313" y="5377113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645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8" name="Google Shape;178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79" name="Google Shape;17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80" name="Google Shape;180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6"/>
          <p:cNvGrpSpPr/>
          <p:nvPr/>
        </p:nvGrpSpPr>
        <p:grpSpPr>
          <a:xfrm>
            <a:off x="819175" y="3520726"/>
            <a:ext cx="6503792" cy="694756"/>
            <a:chOff x="0" y="-57150"/>
            <a:chExt cx="4607064" cy="614339"/>
          </a:xfrm>
        </p:grpSpPr>
        <p:sp>
          <p:nvSpPr>
            <p:cNvPr id="182" name="Google Shape;18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83" name="Google Shape;18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6"/>
          <p:cNvGrpSpPr/>
          <p:nvPr/>
        </p:nvGrpSpPr>
        <p:grpSpPr>
          <a:xfrm>
            <a:off x="819175" y="4704249"/>
            <a:ext cx="6503792" cy="694756"/>
            <a:chOff x="0" y="-57150"/>
            <a:chExt cx="4607064" cy="614339"/>
          </a:xfrm>
        </p:grpSpPr>
        <p:sp>
          <p:nvSpPr>
            <p:cNvPr id="185" name="Google Shape;185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86" name="Google Shape;186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6"/>
          <p:cNvSpPr/>
          <p:nvPr/>
        </p:nvSpPr>
        <p:spPr>
          <a:xfrm>
            <a:off x="2265423" y="4928467"/>
            <a:ext cx="334871" cy="35712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16"/>
          <p:cNvSpPr/>
          <p:nvPr/>
        </p:nvSpPr>
        <p:spPr>
          <a:xfrm>
            <a:off x="1727477" y="3678384"/>
            <a:ext cx="568439" cy="456172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16"/>
          <p:cNvSpPr txBox="1"/>
          <p:nvPr/>
        </p:nvSpPr>
        <p:spPr>
          <a:xfrm>
            <a:off x="1719216" y="489284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752327" y="3709323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191" name="Google Shape;191;p16"/>
          <p:cNvGrpSpPr/>
          <p:nvPr/>
        </p:nvGrpSpPr>
        <p:grpSpPr>
          <a:xfrm>
            <a:off x="842897" y="7113771"/>
            <a:ext cx="6456339" cy="689657"/>
            <a:chOff x="0" y="-57150"/>
            <a:chExt cx="4607064" cy="614339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93" name="Google Shape;193;p16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6"/>
          <p:cNvSpPr txBox="1"/>
          <p:nvPr/>
        </p:nvSpPr>
        <p:spPr>
          <a:xfrm>
            <a:off x="2165182" y="730517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95" name="Google Shape;195;p16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6" name="Google Shape;196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97" name="Google Shape;197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6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00" name="Google Shape;200;p16"/>
          <p:cNvGrpSpPr/>
          <p:nvPr/>
        </p:nvGrpSpPr>
        <p:grpSpPr>
          <a:xfrm>
            <a:off x="842893" y="5887775"/>
            <a:ext cx="6503792" cy="673212"/>
            <a:chOff x="0" y="-38100"/>
            <a:chExt cx="4607064" cy="595289"/>
          </a:xfrm>
        </p:grpSpPr>
        <p:sp>
          <p:nvSpPr>
            <p:cNvPr id="201" name="Google Shape;201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02" name="Google Shape;202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6"/>
          <p:cNvSpPr/>
          <p:nvPr/>
        </p:nvSpPr>
        <p:spPr>
          <a:xfrm>
            <a:off x="2139114" y="5969468"/>
            <a:ext cx="703558" cy="498264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6"/>
          <p:cNvSpPr txBox="1"/>
          <p:nvPr/>
        </p:nvSpPr>
        <p:spPr>
          <a:xfrm>
            <a:off x="1927035" y="603834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6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08" name="Google Shape;208;p16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1" y="7227519"/>
            <a:ext cx="609601" cy="48833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 txBox="1"/>
          <p:nvPr/>
        </p:nvSpPr>
        <p:spPr>
          <a:xfrm>
            <a:off x="13139249" y="3601568"/>
            <a:ext cx="3769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65 236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13161599" y="4802224"/>
            <a:ext cx="3769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1 211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13139254" y="5927146"/>
            <a:ext cx="3769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172,72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3139249" y="7220910"/>
            <a:ext cx="3769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0,14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8355203" y="3601568"/>
            <a:ext cx="40635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103 607</a:t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8524390" y="4802224"/>
            <a:ext cx="37698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1 568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7994005" y="5912620"/>
            <a:ext cx="47859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459,87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8149252" y="7220910"/>
            <a:ext cx="44754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0,29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grpSp>
        <p:nvGrpSpPr>
          <p:cNvPr id="217" name="Google Shape;217;p16"/>
          <p:cNvGrpSpPr/>
          <p:nvPr/>
        </p:nvGrpSpPr>
        <p:grpSpPr>
          <a:xfrm>
            <a:off x="842897" y="8314221"/>
            <a:ext cx="6456339" cy="689725"/>
            <a:chOff x="0" y="-57150"/>
            <a:chExt cx="4607064" cy="614400"/>
          </a:xfrm>
        </p:grpSpPr>
        <p:sp>
          <p:nvSpPr>
            <p:cNvPr id="218" name="Google Shape;21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</p:sp>
        <p:sp>
          <p:nvSpPr>
            <p:cNvPr id="219" name="Google Shape;219;p16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6"/>
          <p:cNvSpPr txBox="1"/>
          <p:nvPr/>
        </p:nvSpPr>
        <p:spPr>
          <a:xfrm>
            <a:off x="2165182" y="850562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CTR Moyen</a:t>
            </a:r>
            <a:endParaRPr/>
          </a:p>
        </p:txBody>
      </p:sp>
      <p:pic>
        <p:nvPicPr>
          <p:cNvPr id="221" name="Google Shape;221;p16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41" y="8427969"/>
            <a:ext cx="609601" cy="48833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6"/>
          <p:cNvSpPr txBox="1"/>
          <p:nvPr/>
        </p:nvSpPr>
        <p:spPr>
          <a:xfrm>
            <a:off x="13139250" y="8399197"/>
            <a:ext cx="37698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1.86%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8149250" y="8399197"/>
            <a:ext cx="4475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1,51 %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7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229" name="Google Shape;22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230" name="Google Shape;230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p17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17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234" name="Google Shape;234;p17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235" name="Google Shape;235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236" name="Google Shape;236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17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238" name="Google Shape;238;p17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239" name="Google Shape;239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40" name="Google Shape;240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17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242" name="Google Shape;242;p17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243" name="Google Shape;243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44" name="Google Shape;244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17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51" name="Google Shape;251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2" name="Google Shape;252;p17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3" name="Google Shape;253;p17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255" name="Google Shape;255;p17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514,11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341,39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7" name="Google Shape;257;p17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172,72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58" name="Google Shape;258;p17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1 223,44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763,57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459,87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46,74€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87,39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7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17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18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2" name="Google Shape;272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3" name="Google Shape;273;p18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74" name="Google Shape;274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75" name="Google Shape;275;p18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