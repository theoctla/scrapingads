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a276fcb1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7a276fcb1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a276fcb1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7a276fcb19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jp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Alexander Sachs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{{moisrapport}}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091069" y="3944830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584542" y="4134589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3187224" y="4174162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968722" y="5624834"/>
            <a:ext cx="6456339" cy="860935"/>
            <a:chOff x="0" y="-57150"/>
            <a:chExt cx="4607064" cy="61433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584542" y="578359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2933747" y="5860686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 txBox="1"/>
          <p:nvPr/>
        </p:nvSpPr>
        <p:spPr>
          <a:xfrm>
            <a:off x="13718738" y="566717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3797110" y="3412616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089217" y="3412616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3718738" y="4080575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{{diffAll}}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718738" y="3483625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092213" y="3483625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9092250" y="4080575"/>
            <a:ext cx="3273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{{diffAllLa}}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092213" y="566717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{{priML}}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7" name="Google Shape;157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9" name="Google Shape;159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 txBox="1"/>
          <p:nvPr/>
        </p:nvSpPr>
        <p:spPr>
          <a:xfrm>
            <a:off x="13524600" y="347150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{{impG}}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9238500" y="346145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3" name="Google Shape;163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524600" y="2856875"/>
            <a:ext cx="3982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9376800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524600" y="486375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{{clicG}}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9238500" y="485370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524600" y="605205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{{ctrG}}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9238500" y="604200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13524600" y="7387725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238500" y="7377675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3524600" y="8771525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238500" y="8761475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5" name="Google Shape;18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7" name="Google Shape;18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90" name="Google Shape;19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96" name="Google Shape;19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6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6"/>
          <p:cNvSpPr txBox="1"/>
          <p:nvPr/>
        </p:nvSpPr>
        <p:spPr>
          <a:xfrm>
            <a:off x="3540126" y="4800075"/>
            <a:ext cx="5325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03" name="Google Shape;203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6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08" name="Google Shape;208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9" name="Google Shape;209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9505650" y="3373225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5650" y="459460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9198900" y="8646925"/>
            <a:ext cx="33135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{{priML}}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8939775" y="7220575"/>
            <a:ext cx="3817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{{cpcML}}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9505650" y="594475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605780" y="5902012"/>
            <a:ext cx="6503792" cy="840369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3540126" y="614012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/>
          <p:nvPr/>
        </p:nvSpPr>
        <p:spPr>
          <a:xfrm>
            <a:off x="-82775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7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0" name="Google Shape;240;p17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41" name="Google Shape;24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2" name="Google Shape;242;p17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1134512" y="3344022"/>
            <a:ext cx="6503792" cy="867348"/>
            <a:chOff x="0" y="-57150"/>
            <a:chExt cx="4607064" cy="614400"/>
          </a:xfrm>
        </p:grpSpPr>
        <p:sp>
          <p:nvSpPr>
            <p:cNvPr id="244" name="Google Shape;24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45" name="Google Shape;245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1134512" y="4543821"/>
            <a:ext cx="6503792" cy="867348"/>
            <a:chOff x="0" y="-57150"/>
            <a:chExt cx="4607064" cy="614400"/>
          </a:xfrm>
        </p:grpSpPr>
        <p:sp>
          <p:nvSpPr>
            <p:cNvPr id="247" name="Google Shape;24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48" name="Google Shape;248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7"/>
          <p:cNvSpPr/>
          <p:nvPr/>
        </p:nvSpPr>
        <p:spPr>
          <a:xfrm>
            <a:off x="1551020" y="4792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7"/>
          <p:cNvSpPr/>
          <p:nvPr/>
        </p:nvSpPr>
        <p:spPr>
          <a:xfrm>
            <a:off x="1466112" y="35337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7"/>
          <p:cNvSpPr txBox="1"/>
          <p:nvPr/>
        </p:nvSpPr>
        <p:spPr>
          <a:xfrm>
            <a:off x="2034551" y="477925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ONLINE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2067662" y="35794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ventes ONLINE</a:t>
            </a:r>
            <a:endParaRPr/>
          </a:p>
        </p:txBody>
      </p:sp>
      <p:grpSp>
        <p:nvGrpSpPr>
          <p:cNvPr id="253" name="Google Shape;253;p17"/>
          <p:cNvGrpSpPr/>
          <p:nvPr/>
        </p:nvGrpSpPr>
        <p:grpSpPr>
          <a:xfrm>
            <a:off x="977859" y="7176141"/>
            <a:ext cx="6456339" cy="861020"/>
            <a:chOff x="0" y="-57150"/>
            <a:chExt cx="4607064" cy="6144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1534324" y="7344291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 txBox="1"/>
          <p:nvPr/>
        </p:nvSpPr>
        <p:spPr>
          <a:xfrm>
            <a:off x="2184341" y="74274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trackés via META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7"/>
          <p:cNvSpPr txBox="1"/>
          <p:nvPr/>
        </p:nvSpPr>
        <p:spPr>
          <a:xfrm>
            <a:off x="13346175" y="33524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3346175" y="45737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13373550" y="7199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13346175" y="59239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8000075" y="3352400"/>
            <a:ext cx="466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8000075" y="4573775"/>
            <a:ext cx="46686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8000075" y="7199750"/>
            <a:ext cx="4668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8000075" y="5923925"/>
            <a:ext cx="4668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684149" y="6017827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7"/>
          <p:cNvSpPr txBox="1"/>
          <p:nvPr/>
        </p:nvSpPr>
        <p:spPr>
          <a:xfrm>
            <a:off x="2184345" y="606914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271" name="Google Shape;271;p17"/>
          <p:cNvGrpSpPr/>
          <p:nvPr/>
        </p:nvGrpSpPr>
        <p:grpSpPr>
          <a:xfrm>
            <a:off x="1100205" y="5881187"/>
            <a:ext cx="6503792" cy="840369"/>
            <a:chOff x="0" y="-38100"/>
            <a:chExt cx="4607064" cy="595289"/>
          </a:xfrm>
        </p:grpSpPr>
        <p:sp>
          <p:nvSpPr>
            <p:cNvPr id="272" name="Google Shape;27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3" name="Google Shape;273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17"/>
          <p:cNvSpPr txBox="1"/>
          <p:nvPr/>
        </p:nvSpPr>
        <p:spPr>
          <a:xfrm>
            <a:off x="13373544" y="2817775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8000074" y="2817775"/>
            <a:ext cx="4668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2034551" y="611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Nouveaux clients</a:t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1684149" y="6017827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-82775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5" name="Google Shape;285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86" name="Google Shape;286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7" name="Google Shape;287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8"/>
          <p:cNvGrpSpPr/>
          <p:nvPr/>
        </p:nvGrpSpPr>
        <p:grpSpPr>
          <a:xfrm>
            <a:off x="1233275" y="4449797"/>
            <a:ext cx="6503792" cy="867348"/>
            <a:chOff x="0" y="-57150"/>
            <a:chExt cx="4607064" cy="614400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90" name="Google Shape;290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8"/>
          <p:cNvGrpSpPr/>
          <p:nvPr/>
        </p:nvGrpSpPr>
        <p:grpSpPr>
          <a:xfrm>
            <a:off x="1233275" y="5649596"/>
            <a:ext cx="6503792" cy="867348"/>
            <a:chOff x="0" y="-57150"/>
            <a:chExt cx="4607064" cy="61440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8"/>
          <p:cNvSpPr/>
          <p:nvPr/>
        </p:nvSpPr>
        <p:spPr>
          <a:xfrm>
            <a:off x="1649783" y="589856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8"/>
          <p:cNvSpPr/>
          <p:nvPr/>
        </p:nvSpPr>
        <p:spPr>
          <a:xfrm>
            <a:off x="1564875" y="46395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8"/>
          <p:cNvSpPr txBox="1"/>
          <p:nvPr/>
        </p:nvSpPr>
        <p:spPr>
          <a:xfrm>
            <a:off x="2133313" y="588502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Montant dépensé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2166424" y="4685226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9" name="Google Shape;299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8"/>
          <p:cNvSpPr txBox="1"/>
          <p:nvPr/>
        </p:nvSpPr>
        <p:spPr>
          <a:xfrm>
            <a:off x="13444938" y="44581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13444938" y="56795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13444938" y="70297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8098838" y="4458175"/>
            <a:ext cx="466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8098838" y="5679550"/>
            <a:ext cx="46686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8098838" y="7029700"/>
            <a:ext cx="4668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782912" y="712360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8"/>
          <p:cNvSpPr txBox="1"/>
          <p:nvPr/>
        </p:nvSpPr>
        <p:spPr>
          <a:xfrm>
            <a:off x="2283107" y="7174918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309" name="Google Shape;309;p18"/>
          <p:cNvGrpSpPr/>
          <p:nvPr/>
        </p:nvGrpSpPr>
        <p:grpSpPr>
          <a:xfrm>
            <a:off x="1198967" y="6986962"/>
            <a:ext cx="6503792" cy="840369"/>
            <a:chOff x="0" y="-38100"/>
            <a:chExt cx="4607064" cy="595289"/>
          </a:xfrm>
        </p:grpSpPr>
        <p:sp>
          <p:nvSpPr>
            <p:cNvPr id="310" name="Google Shape;31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11" name="Google Shape;31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8"/>
          <p:cNvSpPr txBox="1"/>
          <p:nvPr/>
        </p:nvSpPr>
        <p:spPr>
          <a:xfrm>
            <a:off x="13444950" y="353225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8098723" y="3532250"/>
            <a:ext cx="4668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2133313" y="72250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Ajout au panier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782912" y="712360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8"/>
          <p:cNvSpPr txBox="1"/>
          <p:nvPr/>
        </p:nvSpPr>
        <p:spPr>
          <a:xfrm>
            <a:off x="173250" y="1773350"/>
            <a:ext cx="18114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CAMPAGNE ()</a:t>
            </a:r>
            <a:endParaRPr sz="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19"/>
          <p:cNvGrpSpPr/>
          <p:nvPr/>
        </p:nvGrpSpPr>
        <p:grpSpPr>
          <a:xfrm>
            <a:off x="2002911" y="3668431"/>
            <a:ext cx="6762709" cy="873825"/>
            <a:chOff x="0" y="-38100"/>
            <a:chExt cx="4607064" cy="595289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9"/>
          <p:cNvSpPr/>
          <p:nvPr/>
        </p:nvSpPr>
        <p:spPr>
          <a:xfrm>
            <a:off x="2609111" y="38813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9"/>
          <p:cNvSpPr txBox="1"/>
          <p:nvPr/>
        </p:nvSpPr>
        <p:spPr>
          <a:xfrm>
            <a:off x="3230648" y="391011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7" name="Google Shape;327;p19"/>
          <p:cNvGrpSpPr/>
          <p:nvPr/>
        </p:nvGrpSpPr>
        <p:grpSpPr>
          <a:xfrm>
            <a:off x="2104401" y="5088763"/>
            <a:ext cx="6456339" cy="834238"/>
            <a:chOff x="0" y="-38100"/>
            <a:chExt cx="4607064" cy="595289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9"/>
          <p:cNvSpPr txBox="1"/>
          <p:nvPr/>
        </p:nvSpPr>
        <p:spPr>
          <a:xfrm>
            <a:off x="3074676" y="52943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ONLINE</a:t>
            </a:r>
            <a:endParaRPr/>
          </a:p>
        </p:txBody>
      </p:sp>
      <p:grpSp>
        <p:nvGrpSpPr>
          <p:cNvPr id="331" name="Google Shape;331;p19"/>
          <p:cNvGrpSpPr/>
          <p:nvPr/>
        </p:nvGrpSpPr>
        <p:grpSpPr>
          <a:xfrm>
            <a:off x="2156074" y="6418611"/>
            <a:ext cx="6456339" cy="834238"/>
            <a:chOff x="0" y="-38100"/>
            <a:chExt cx="4607064" cy="595289"/>
          </a:xfrm>
        </p:grpSpPr>
        <p:sp>
          <p:nvSpPr>
            <p:cNvPr id="332" name="Google Shape;332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3" name="Google Shape;333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9"/>
          <p:cNvSpPr/>
          <p:nvPr/>
        </p:nvSpPr>
        <p:spPr>
          <a:xfrm>
            <a:off x="3399637" y="65333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9"/>
          <p:cNvSpPr txBox="1"/>
          <p:nvPr/>
        </p:nvSpPr>
        <p:spPr>
          <a:xfrm>
            <a:off x="3074676" y="660331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Nouveaux clients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7" name="Google Shape;337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8" name="Google Shape;338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39" name="Google Shape;339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1" name="Google Shape;341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9"/>
          <p:cNvSpPr txBox="1"/>
          <p:nvPr/>
        </p:nvSpPr>
        <p:spPr>
          <a:xfrm>
            <a:off x="13348512" y="3178223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12867550" y="37866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44" name="Google Shape;344;p19"/>
          <p:cNvCxnSpPr/>
          <p:nvPr/>
        </p:nvCxnSpPr>
        <p:spPr>
          <a:xfrm rot="10800000">
            <a:off x="12368280" y="33160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5" name="Google Shape;345;p19"/>
          <p:cNvSpPr txBox="1"/>
          <p:nvPr/>
        </p:nvSpPr>
        <p:spPr>
          <a:xfrm>
            <a:off x="12958325" y="51617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9089435" y="31806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8884800" y="3737900"/>
            <a:ext cx="33378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{{coutTL}}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9089375" y="5100975"/>
            <a:ext cx="3133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9089425" y="6533375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3528835" y="53221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9"/>
          <p:cNvSpPr txBox="1"/>
          <p:nvPr/>
        </p:nvSpPr>
        <p:spPr>
          <a:xfrm>
            <a:off x="13857430" y="29893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8884800" y="2989375"/>
            <a:ext cx="3284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12958325" y="6533375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1" name="Google Shape;36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2" name="Google Shape;36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3" name="Google Shape;36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