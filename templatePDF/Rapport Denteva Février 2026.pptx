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10287000" cx="18288000"/>
  <p:notesSz cx="6858000" cy="9144000"/>
  <p:embeddedFontLst>
    <p:embeddedFont>
      <p:font typeface="Anton"/>
      <p:regular r:id="rId11"/>
    </p:embeddedFont>
    <p:embeddedFont>
      <p:font typeface="Poppins"/>
      <p:bold r:id="rId12"/>
      <p:boldItalic r:id="rId13"/>
    </p:embeddedFont>
    <p:embeddedFont>
      <p:font typeface="Allerta Stencil"/>
      <p:regular r:id="rId14"/>
    </p:embeddedFont>
    <p:embeddedFont>
      <p:font typeface="DM Sans"/>
      <p:regular r:id="rId15"/>
      <p:bold r:id="rId16"/>
      <p:italic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font" Target="fonts/Anton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boldItalic.fntdata"/><Relationship Id="rId12" Type="http://schemas.openxmlformats.org/officeDocument/2006/relationships/font" Target="fonts/Poppins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DMSans-regular.fntdata"/><Relationship Id="rId14" Type="http://schemas.openxmlformats.org/officeDocument/2006/relationships/font" Target="fonts/AllertaStencil-regular.fntdata"/><Relationship Id="rId17" Type="http://schemas.openxmlformats.org/officeDocument/2006/relationships/font" Target="fonts/DMSans-italic.fntdata"/><Relationship Id="rId16" Type="http://schemas.openxmlformats.org/officeDocument/2006/relationships/font" Target="fonts/DM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DMSans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2.jpg"/><Relationship Id="rId5" Type="http://schemas.openxmlformats.org/officeDocument/2006/relationships/image" Target="../media/image4.png"/><Relationship Id="rId6" Type="http://schemas.openxmlformats.org/officeDocument/2006/relationships/image" Target="../media/image1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1.png"/><Relationship Id="rId4" Type="http://schemas.openxmlformats.org/officeDocument/2006/relationships/image" Target="../media/image1.png"/><Relationship Id="rId11" Type="http://schemas.openxmlformats.org/officeDocument/2006/relationships/image" Target="../media/image17.png"/><Relationship Id="rId10" Type="http://schemas.openxmlformats.org/officeDocument/2006/relationships/image" Target="../media/image8.png"/><Relationship Id="rId9" Type="http://schemas.openxmlformats.org/officeDocument/2006/relationships/image" Target="../media/image19.png"/><Relationship Id="rId5" Type="http://schemas.openxmlformats.org/officeDocument/2006/relationships/image" Target="../media/image11.png"/><Relationship Id="rId6" Type="http://schemas.openxmlformats.org/officeDocument/2006/relationships/image" Target="../media/image7.png"/><Relationship Id="rId7" Type="http://schemas.openxmlformats.org/officeDocument/2006/relationships/image" Target="../media/image9.png"/><Relationship Id="rId8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18.png"/><Relationship Id="rId5" Type="http://schemas.openxmlformats.org/officeDocument/2006/relationships/image" Target="../media/image1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1.png"/><Relationship Id="rId4" Type="http://schemas.openxmlformats.org/officeDocument/2006/relationships/image" Target="../media/image4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173245" y="0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5" name="Google Shape;85;p13"/>
          <p:cNvSpPr/>
          <p:nvPr/>
        </p:nvSpPr>
        <p:spPr>
          <a:xfrm>
            <a:off x="10378499" y="649481"/>
            <a:ext cx="7519437" cy="8987928"/>
          </a:xfrm>
          <a:custGeom>
            <a:rect b="b" l="l" r="r" t="t"/>
            <a:pathLst>
              <a:path extrusionOk="0" h="10286873" w="8606155">
                <a:moveTo>
                  <a:pt x="8606155" y="10251440"/>
                </a:moveTo>
                <a:cubicBezTo>
                  <a:pt x="8606155" y="10284587"/>
                  <a:pt x="8595487" y="10286873"/>
                  <a:pt x="8567674" y="10286873"/>
                </a:cubicBezTo>
                <a:cubicBezTo>
                  <a:pt x="5713095" y="10286238"/>
                  <a:pt x="2858643" y="10286238"/>
                  <a:pt x="4064" y="10286238"/>
                </a:cubicBezTo>
                <a:cubicBezTo>
                  <a:pt x="0" y="10272395"/>
                  <a:pt x="6350" y="10259822"/>
                  <a:pt x="9271" y="10246995"/>
                </a:cubicBezTo>
                <a:cubicBezTo>
                  <a:pt x="134747" y="9685401"/>
                  <a:pt x="260350" y="9123934"/>
                  <a:pt x="386207" y="8562467"/>
                </a:cubicBezTo>
                <a:cubicBezTo>
                  <a:pt x="565658" y="7761986"/>
                  <a:pt x="745490" y="6961632"/>
                  <a:pt x="924814" y="6161151"/>
                </a:cubicBezTo>
                <a:cubicBezTo>
                  <a:pt x="1146302" y="5172583"/>
                  <a:pt x="1367282" y="4184015"/>
                  <a:pt x="1588643" y="3195574"/>
                </a:cubicBezTo>
                <a:cubicBezTo>
                  <a:pt x="1813560" y="2191385"/>
                  <a:pt x="2038604" y="1187323"/>
                  <a:pt x="2264156" y="183261"/>
                </a:cubicBezTo>
                <a:cubicBezTo>
                  <a:pt x="2277872" y="122174"/>
                  <a:pt x="2286635" y="59690"/>
                  <a:pt x="2308860" y="635"/>
                </a:cubicBezTo>
                <a:cubicBezTo>
                  <a:pt x="4395216" y="635"/>
                  <a:pt x="6481572" y="635"/>
                  <a:pt x="8567928" y="0"/>
                </a:cubicBezTo>
                <a:cubicBezTo>
                  <a:pt x="8596249" y="0"/>
                  <a:pt x="8605901" y="3429"/>
                  <a:pt x="8605901" y="35814"/>
                </a:cubicBezTo>
                <a:cubicBezTo>
                  <a:pt x="8605139" y="3441065"/>
                  <a:pt x="8605139" y="6846316"/>
                  <a:pt x="8606155" y="10251440"/>
                </a:cubicBez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-39728" r="-39728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1115596" y="1301090"/>
            <a:ext cx="8028404" cy="873089"/>
          </a:xfrm>
          <a:custGeom>
            <a:rect b="b" l="l" r="r" t="t"/>
            <a:pathLst>
              <a:path extrusionOk="0" h="873089" w="8028404">
                <a:moveTo>
                  <a:pt x="0" y="0"/>
                </a:moveTo>
                <a:lnTo>
                  <a:pt x="8028404" y="0"/>
                </a:lnTo>
                <a:lnTo>
                  <a:pt x="8028404" y="873089"/>
                </a:lnTo>
                <a:lnTo>
                  <a:pt x="0" y="873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87" name="Google Shape;87;p13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89" name="Google Shape;89;p13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0" name="Google Shape;90;p13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1" name="Google Shape;91;p13"/>
          <p:cNvSpPr/>
          <p:nvPr/>
        </p:nvSpPr>
        <p:spPr>
          <a:xfrm>
            <a:off x="9500831" y="256675"/>
            <a:ext cx="880108" cy="772025"/>
          </a:xfrm>
          <a:custGeom>
            <a:rect b="b" l="l" r="r" t="t"/>
            <a:pathLst>
              <a:path extrusionOk="0" h="772025" w="880108">
                <a:moveTo>
                  <a:pt x="0" y="0"/>
                </a:moveTo>
                <a:lnTo>
                  <a:pt x="880109" y="0"/>
                </a:lnTo>
                <a:lnTo>
                  <a:pt x="880109" y="772025"/>
                </a:lnTo>
                <a:lnTo>
                  <a:pt x="0" y="77202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2" name="Google Shape;92;p13"/>
          <p:cNvSpPr/>
          <p:nvPr/>
        </p:nvSpPr>
        <p:spPr>
          <a:xfrm rot="-2989933">
            <a:off x="8084469" y="815405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93" name="Google Shape;93;p13"/>
          <p:cNvSpPr/>
          <p:nvPr/>
        </p:nvSpPr>
        <p:spPr>
          <a:xfrm rot="-7994788">
            <a:off x="8652456" y="876806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3" y="0"/>
                </a:lnTo>
                <a:lnTo>
                  <a:pt x="972133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4" name="Google Shape;94;p13"/>
          <p:cNvSpPr txBox="1"/>
          <p:nvPr/>
        </p:nvSpPr>
        <p:spPr>
          <a:xfrm>
            <a:off x="1115596" y="2833331"/>
            <a:ext cx="8549707" cy="29206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592" u="none" cap="none" strike="noStrike">
                <a:solidFill>
                  <a:srgbClr val="FFFBFB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RAPPORT DES CAMPAGNES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14571554" y="2863"/>
            <a:ext cx="2843705" cy="5530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231" u="none" cap="none" strike="noStrike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WWW.TARMAAC.IO</a:t>
            </a:r>
            <a:endParaRPr/>
          </a:p>
        </p:txBody>
      </p:sp>
      <p:sp>
        <p:nvSpPr>
          <p:cNvPr id="96" name="Google Shape;96;p13"/>
          <p:cNvSpPr txBox="1"/>
          <p:nvPr/>
        </p:nvSpPr>
        <p:spPr>
          <a:xfrm>
            <a:off x="857675" y="6774800"/>
            <a:ext cx="8028300" cy="87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682">
                <a:solidFill>
                  <a:srgbClr val="FFFFFF"/>
                </a:solidFill>
              </a:rPr>
              <a:t>Denteva</a:t>
            </a:r>
            <a:endParaRPr b="1" sz="2800">
              <a:solidFill>
                <a:srgbClr val="FFFFFF"/>
              </a:solidFill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857670" y="8978296"/>
            <a:ext cx="4853400" cy="65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99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282">
                <a:solidFill>
                  <a:srgbClr val="56AEFF"/>
                </a:solidFill>
              </a:rPr>
              <a:t>Février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14"/>
          <p:cNvGrpSpPr/>
          <p:nvPr/>
        </p:nvGrpSpPr>
        <p:grpSpPr>
          <a:xfrm>
            <a:off x="2353106" y="4350855"/>
            <a:ext cx="6503792" cy="867262"/>
            <a:chOff x="0" y="-57150"/>
            <a:chExt cx="4607064" cy="614339"/>
          </a:xfrm>
        </p:grpSpPr>
        <p:sp>
          <p:nvSpPr>
            <p:cNvPr id="103" name="Google Shape;103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04" name="Google Shape;104;p14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5" name="Google Shape;105;p14"/>
          <p:cNvGrpSpPr/>
          <p:nvPr/>
        </p:nvGrpSpPr>
        <p:grpSpPr>
          <a:xfrm>
            <a:off x="2353106" y="5960523"/>
            <a:ext cx="6503792" cy="840369"/>
            <a:chOff x="0" y="-38100"/>
            <a:chExt cx="4607064" cy="595289"/>
          </a:xfrm>
        </p:grpSpPr>
        <p:sp>
          <p:nvSpPr>
            <p:cNvPr id="106" name="Google Shape;106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07" name="Google Shape;107;p14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8" name="Google Shape;108;p14"/>
          <p:cNvSpPr/>
          <p:nvPr/>
        </p:nvSpPr>
        <p:spPr>
          <a:xfrm>
            <a:off x="2846579" y="4540614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39"/>
                </a:lnTo>
                <a:lnTo>
                  <a:pt x="0" y="56843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9" name="Google Shape;109;p14"/>
          <p:cNvSpPr/>
          <p:nvPr/>
        </p:nvSpPr>
        <p:spPr>
          <a:xfrm>
            <a:off x="3085709" y="6037143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0"/>
                </a:lnTo>
                <a:lnTo>
                  <a:pt x="0" y="6208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0" name="Google Shape;110;p14"/>
          <p:cNvSpPr txBox="1"/>
          <p:nvPr/>
        </p:nvSpPr>
        <p:spPr>
          <a:xfrm>
            <a:off x="3449261" y="4580187"/>
            <a:ext cx="4637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Diffusion totale des publicités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2879420" y="716319"/>
            <a:ext cx="12529160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ÉTAT RÉCAPITULATIF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3449245" y="6237239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Achats média GOOGLE</a:t>
            </a:r>
            <a:endParaRPr/>
          </a:p>
        </p:txBody>
      </p:sp>
      <p:sp>
        <p:nvSpPr>
          <p:cNvPr id="113" name="Google Shape;113;p14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14" name="Google Shape;114;p14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15" name="Google Shape;115;p14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16" name="Google Shape;116;p14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7" name="Google Shape;117;p14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18" name="Google Shape;118;p14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119" name="Google Shape;119;p14"/>
          <p:cNvCxnSpPr/>
          <p:nvPr/>
        </p:nvCxnSpPr>
        <p:spPr>
          <a:xfrm rot="10800000">
            <a:off x="12727897" y="3335087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20" name="Google Shape;120;p14"/>
          <p:cNvSpPr txBox="1"/>
          <p:nvPr/>
        </p:nvSpPr>
        <p:spPr>
          <a:xfrm>
            <a:off x="14059150" y="6032350"/>
            <a:ext cx="3895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1 044,99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1" name="Google Shape;121;p14"/>
          <p:cNvSpPr txBox="1"/>
          <p:nvPr/>
        </p:nvSpPr>
        <p:spPr>
          <a:xfrm>
            <a:off x="10300229" y="2474691"/>
            <a:ext cx="1563600" cy="3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39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22" name="Google Shape;122;p14"/>
          <p:cNvSpPr txBox="1"/>
          <p:nvPr/>
        </p:nvSpPr>
        <p:spPr>
          <a:xfrm>
            <a:off x="13980775" y="4486600"/>
            <a:ext cx="38958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48 047</a:t>
            </a:r>
            <a:endParaRPr/>
          </a:p>
        </p:txBody>
      </p:sp>
      <p:sp>
        <p:nvSpPr>
          <p:cNvPr id="123" name="Google Shape;123;p14"/>
          <p:cNvSpPr txBox="1"/>
          <p:nvPr/>
        </p:nvSpPr>
        <p:spPr>
          <a:xfrm>
            <a:off x="13980776" y="3265650"/>
            <a:ext cx="389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24" name="Google Shape;124;p14"/>
          <p:cNvSpPr txBox="1"/>
          <p:nvPr/>
        </p:nvSpPr>
        <p:spPr>
          <a:xfrm>
            <a:off x="9354275" y="3265650"/>
            <a:ext cx="32733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sp>
        <p:nvSpPr>
          <p:cNvPr id="125" name="Google Shape;125;p14"/>
          <p:cNvSpPr txBox="1"/>
          <p:nvPr/>
        </p:nvSpPr>
        <p:spPr>
          <a:xfrm>
            <a:off x="9354275" y="6032350"/>
            <a:ext cx="32733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1 061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b="0" i="0" lang="en-US" sz="4928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/>
          </a:p>
        </p:txBody>
      </p:sp>
      <p:sp>
        <p:nvSpPr>
          <p:cNvPr id="126" name="Google Shape;126;p14"/>
          <p:cNvSpPr txBox="1"/>
          <p:nvPr/>
        </p:nvSpPr>
        <p:spPr>
          <a:xfrm>
            <a:off x="9354275" y="4486600"/>
            <a:ext cx="3273300" cy="15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9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49 175</a:t>
            </a:r>
            <a:endParaRPr/>
          </a:p>
        </p:txBody>
      </p:sp>
      <p:grpSp>
        <p:nvGrpSpPr>
          <p:cNvPr id="127" name="Google Shape;127;p14"/>
          <p:cNvGrpSpPr/>
          <p:nvPr/>
        </p:nvGrpSpPr>
        <p:grpSpPr>
          <a:xfrm>
            <a:off x="2353101" y="7543302"/>
            <a:ext cx="6456339" cy="834238"/>
            <a:chOff x="0" y="-38100"/>
            <a:chExt cx="4607064" cy="595289"/>
          </a:xfrm>
        </p:grpSpPr>
        <p:sp>
          <p:nvSpPr>
            <p:cNvPr id="128" name="Google Shape;128;p14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29" name="Google Shape;129;p14"/>
            <p:cNvSpPr txBox="1"/>
            <p:nvPr/>
          </p:nvSpPr>
          <p:spPr>
            <a:xfrm>
              <a:off x="177800" y="-38100"/>
              <a:ext cx="4353000" cy="595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4"/>
          <p:cNvSpPr txBox="1"/>
          <p:nvPr/>
        </p:nvSpPr>
        <p:spPr>
          <a:xfrm>
            <a:off x="3430525" y="7748880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Clics RDV</a:t>
            </a:r>
            <a:endParaRPr/>
          </a:p>
        </p:txBody>
      </p:sp>
      <p:sp>
        <p:nvSpPr>
          <p:cNvPr id="131" name="Google Shape;131;p14"/>
          <p:cNvSpPr/>
          <p:nvPr/>
        </p:nvSpPr>
        <p:spPr>
          <a:xfrm>
            <a:off x="2821714" y="7652253"/>
            <a:ext cx="698413" cy="616349"/>
          </a:xfrm>
          <a:custGeom>
            <a:rect b="b" l="l" r="r" t="t"/>
            <a:pathLst>
              <a:path extrusionOk="0" h="616349" w="698413">
                <a:moveTo>
                  <a:pt x="0" y="0"/>
                </a:moveTo>
                <a:lnTo>
                  <a:pt x="698413" y="0"/>
                </a:lnTo>
                <a:lnTo>
                  <a:pt x="698413" y="616350"/>
                </a:lnTo>
                <a:lnTo>
                  <a:pt x="0" y="61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2" name="Google Shape;132;p14"/>
          <p:cNvSpPr txBox="1"/>
          <p:nvPr/>
        </p:nvSpPr>
        <p:spPr>
          <a:xfrm>
            <a:off x="14235025" y="7577475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978</a:t>
            </a:r>
            <a:endParaRPr sz="4300"/>
          </a:p>
        </p:txBody>
      </p:sp>
      <p:sp>
        <p:nvSpPr>
          <p:cNvPr id="133" name="Google Shape;133;p14"/>
          <p:cNvSpPr txBox="1"/>
          <p:nvPr/>
        </p:nvSpPr>
        <p:spPr>
          <a:xfrm>
            <a:off x="9380325" y="7622175"/>
            <a:ext cx="31332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794</a:t>
            </a:r>
            <a:endParaRPr sz="43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5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9" name="Google Shape;139;p15"/>
          <p:cNvSpPr txBox="1"/>
          <p:nvPr/>
        </p:nvSpPr>
        <p:spPr>
          <a:xfrm>
            <a:off x="3948986" y="697660"/>
            <a:ext cx="11895646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DÉTAILS GOOGLE ADS</a:t>
            </a: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1" name="Google Shape;141;p15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142" name="Google Shape;142;p15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143" name="Google Shape;143;p15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4" name="Google Shape;144;p15"/>
          <p:cNvGrpSpPr/>
          <p:nvPr/>
        </p:nvGrpSpPr>
        <p:grpSpPr>
          <a:xfrm>
            <a:off x="2640087" y="3364846"/>
            <a:ext cx="6503913" cy="867279"/>
            <a:chOff x="0" y="-57150"/>
            <a:chExt cx="4607064" cy="614339"/>
          </a:xfrm>
        </p:grpSpPr>
        <p:sp>
          <p:nvSpPr>
            <p:cNvPr id="145" name="Google Shape;145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C107"/>
            </a:solidFill>
            <a:ln>
              <a:noFill/>
            </a:ln>
          </p:spPr>
        </p:sp>
        <p:sp>
          <p:nvSpPr>
            <p:cNvPr id="146" name="Google Shape;146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7" name="Google Shape;147;p15"/>
          <p:cNvGrpSpPr/>
          <p:nvPr/>
        </p:nvGrpSpPr>
        <p:grpSpPr>
          <a:xfrm>
            <a:off x="2640087" y="4564645"/>
            <a:ext cx="6503913" cy="867279"/>
            <a:chOff x="0" y="-57150"/>
            <a:chExt cx="4607064" cy="614339"/>
          </a:xfrm>
        </p:grpSpPr>
        <p:sp>
          <p:nvSpPr>
            <p:cNvPr id="148" name="Google Shape;14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800"/>
            </a:solidFill>
            <a:ln>
              <a:noFill/>
            </a:ln>
          </p:spPr>
        </p:sp>
        <p:sp>
          <p:nvSpPr>
            <p:cNvPr id="149" name="Google Shape;149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15"/>
          <p:cNvGrpSpPr/>
          <p:nvPr/>
        </p:nvGrpSpPr>
        <p:grpSpPr>
          <a:xfrm>
            <a:off x="2453380" y="8604190"/>
            <a:ext cx="6503913" cy="840386"/>
            <a:chOff x="0" y="-38100"/>
            <a:chExt cx="4607064" cy="595289"/>
          </a:xfrm>
        </p:grpSpPr>
        <p:sp>
          <p:nvSpPr>
            <p:cNvPr id="151" name="Google Shape;151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152" name="Google Shape;152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3" name="Google Shape;153;p15"/>
          <p:cNvSpPr/>
          <p:nvPr/>
        </p:nvSpPr>
        <p:spPr>
          <a:xfrm>
            <a:off x="3056595" y="4813618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15"/>
          <p:cNvSpPr/>
          <p:nvPr/>
        </p:nvSpPr>
        <p:spPr>
          <a:xfrm>
            <a:off x="2971687" y="3554605"/>
            <a:ext cx="568439" cy="568439"/>
          </a:xfrm>
          <a:custGeom>
            <a:rect b="b" l="l" r="r" t="t"/>
            <a:pathLst>
              <a:path extrusionOk="0" h="568439" w="568439">
                <a:moveTo>
                  <a:pt x="0" y="0"/>
                </a:moveTo>
                <a:lnTo>
                  <a:pt x="568439" y="0"/>
                </a:lnTo>
                <a:lnTo>
                  <a:pt x="568439" y="568440"/>
                </a:lnTo>
                <a:lnTo>
                  <a:pt x="0" y="56844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15"/>
          <p:cNvSpPr txBox="1"/>
          <p:nvPr/>
        </p:nvSpPr>
        <p:spPr>
          <a:xfrm>
            <a:off x="3540126" y="4800075"/>
            <a:ext cx="53253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Total des clics en </a:t>
            </a:r>
            <a:r>
              <a:rPr b="1" lang="en-US" sz="2264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Search</a:t>
            </a:r>
            <a:endParaRPr/>
          </a:p>
        </p:txBody>
      </p:sp>
      <p:sp>
        <p:nvSpPr>
          <p:cNvPr id="156" name="Google Shape;156;p15"/>
          <p:cNvSpPr txBox="1"/>
          <p:nvPr/>
        </p:nvSpPr>
        <p:spPr>
          <a:xfrm>
            <a:off x="3573237" y="3600276"/>
            <a:ext cx="5023807" cy="4054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796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Impressions Google ADS</a:t>
            </a:r>
            <a:endParaRPr/>
          </a:p>
        </p:txBody>
      </p:sp>
      <p:sp>
        <p:nvSpPr>
          <p:cNvPr id="157" name="Google Shape;157;p15"/>
          <p:cNvSpPr txBox="1"/>
          <p:nvPr/>
        </p:nvSpPr>
        <p:spPr>
          <a:xfrm>
            <a:off x="4464527" y="8816300"/>
            <a:ext cx="33237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64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Google ADS</a:t>
            </a:r>
            <a:endParaRPr/>
          </a:p>
        </p:txBody>
      </p:sp>
      <p:grpSp>
        <p:nvGrpSpPr>
          <p:cNvPr id="158" name="Google Shape;158;p15"/>
          <p:cNvGrpSpPr/>
          <p:nvPr/>
        </p:nvGrpSpPr>
        <p:grpSpPr>
          <a:xfrm>
            <a:off x="2483434" y="7196966"/>
            <a:ext cx="6456348" cy="860936"/>
            <a:chOff x="0" y="-57150"/>
            <a:chExt cx="4607064" cy="614339"/>
          </a:xfrm>
        </p:grpSpPr>
        <p:sp>
          <p:nvSpPr>
            <p:cNvPr id="159" name="Google Shape;159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3A9F4"/>
            </a:solidFill>
            <a:ln>
              <a:noFill/>
            </a:ln>
          </p:spPr>
        </p:sp>
        <p:sp>
          <p:nvSpPr>
            <p:cNvPr id="160" name="Google Shape;160;p15"/>
            <p:cNvSpPr txBox="1"/>
            <p:nvPr/>
          </p:nvSpPr>
          <p:spPr>
            <a:xfrm>
              <a:off x="177800" y="-57150"/>
              <a:ext cx="4353064" cy="6143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1" name="Google Shape;161;p15"/>
          <p:cNvSpPr txBox="1"/>
          <p:nvPr/>
        </p:nvSpPr>
        <p:spPr>
          <a:xfrm>
            <a:off x="3805716" y="7435896"/>
            <a:ext cx="5134066" cy="4121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86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Coût par clic Moyen </a:t>
            </a:r>
            <a:endParaRPr/>
          </a:p>
        </p:txBody>
      </p:sp>
      <p:cxnSp>
        <p:nvCxnSpPr>
          <p:cNvPr id="162" name="Google Shape;162;p15"/>
          <p:cNvCxnSpPr/>
          <p:nvPr/>
        </p:nvCxnSpPr>
        <p:spPr>
          <a:xfrm rot="10800000">
            <a:off x="12727897" y="3335078"/>
            <a:ext cx="0" cy="5982609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163" name="Google Shape;163;p15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164" name="Google Shape;164;p15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5" name="Google Shape;165;p15"/>
          <p:cNvSpPr/>
          <p:nvPr/>
        </p:nvSpPr>
        <p:spPr>
          <a:xfrm>
            <a:off x="2279350" y="500035"/>
            <a:ext cx="2521552" cy="1426350"/>
          </a:xfrm>
          <a:custGeom>
            <a:rect b="b" l="l" r="r" t="t"/>
            <a:pathLst>
              <a:path extrusionOk="0" h="1426350" w="2521552">
                <a:moveTo>
                  <a:pt x="0" y="0"/>
                </a:moveTo>
                <a:lnTo>
                  <a:pt x="2521552" y="0"/>
                </a:lnTo>
                <a:lnTo>
                  <a:pt x="2521552" y="1426350"/>
                </a:lnTo>
                <a:lnTo>
                  <a:pt x="0" y="142635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6" name="Google Shape;166;p15"/>
          <p:cNvSpPr txBox="1"/>
          <p:nvPr/>
        </p:nvSpPr>
        <p:spPr>
          <a:xfrm>
            <a:off x="13272075" y="33842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48 047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7" name="Google Shape;167;p15"/>
          <p:cNvSpPr txBox="1"/>
          <p:nvPr/>
        </p:nvSpPr>
        <p:spPr>
          <a:xfrm>
            <a:off x="13272075" y="4638350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1 734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8" name="Google Shape;168;p15"/>
          <p:cNvSpPr txBox="1"/>
          <p:nvPr/>
        </p:nvSpPr>
        <p:spPr>
          <a:xfrm>
            <a:off x="13272075" y="8615675"/>
            <a:ext cx="4234800" cy="75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1 044,99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69" name="Google Shape;169;p15"/>
          <p:cNvSpPr txBox="1"/>
          <p:nvPr/>
        </p:nvSpPr>
        <p:spPr>
          <a:xfrm>
            <a:off x="13272075" y="7264325"/>
            <a:ext cx="4234800" cy="6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0,37</a:t>
            </a: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0" name="Google Shape;170;p15"/>
          <p:cNvSpPr txBox="1"/>
          <p:nvPr/>
        </p:nvSpPr>
        <p:spPr>
          <a:xfrm>
            <a:off x="13271950" y="5988500"/>
            <a:ext cx="4234800" cy="7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1 102</a:t>
            </a:r>
            <a:r>
              <a:rPr b="0" i="0" lang="en-US" sz="4938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endParaRPr/>
          </a:p>
        </p:txBody>
      </p:sp>
      <p:sp>
        <p:nvSpPr>
          <p:cNvPr id="171" name="Google Shape;171;p15"/>
          <p:cNvSpPr txBox="1"/>
          <p:nvPr/>
        </p:nvSpPr>
        <p:spPr>
          <a:xfrm>
            <a:off x="9410700" y="2466237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172" name="Google Shape;172;p15"/>
          <p:cNvSpPr txBox="1"/>
          <p:nvPr/>
        </p:nvSpPr>
        <p:spPr>
          <a:xfrm>
            <a:off x="9499325" y="34169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49 175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3" name="Google Shape;173;p15"/>
          <p:cNvSpPr txBox="1"/>
          <p:nvPr/>
        </p:nvSpPr>
        <p:spPr>
          <a:xfrm>
            <a:off x="9499325" y="4638350"/>
            <a:ext cx="30066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1 447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4" name="Google Shape;174;p15"/>
          <p:cNvSpPr txBox="1"/>
          <p:nvPr/>
        </p:nvSpPr>
        <p:spPr>
          <a:xfrm>
            <a:off x="9531125" y="8615675"/>
            <a:ext cx="2974800" cy="15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1 061 </a:t>
            </a:r>
            <a:r>
              <a:rPr lang="en-US" sz="4928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5" name="Google Shape;175;p15"/>
          <p:cNvSpPr txBox="1"/>
          <p:nvPr/>
        </p:nvSpPr>
        <p:spPr>
          <a:xfrm>
            <a:off x="9651736" y="7264316"/>
            <a:ext cx="2854200" cy="149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07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0,31 €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76" name="Google Shape;176;p15"/>
          <p:cNvSpPr txBox="1"/>
          <p:nvPr/>
        </p:nvSpPr>
        <p:spPr>
          <a:xfrm>
            <a:off x="9651725" y="5988500"/>
            <a:ext cx="2854200" cy="17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8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38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2 025 </a:t>
            </a:r>
            <a:endParaRPr sz="4938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77" name="Google Shape;177;p15"/>
          <p:cNvGrpSpPr/>
          <p:nvPr/>
        </p:nvGrpSpPr>
        <p:grpSpPr>
          <a:xfrm>
            <a:off x="2605780" y="5902011"/>
            <a:ext cx="6503913" cy="840386"/>
            <a:chOff x="0" y="-38100"/>
            <a:chExt cx="4607064" cy="595289"/>
          </a:xfrm>
        </p:grpSpPr>
        <p:sp>
          <p:nvSpPr>
            <p:cNvPr id="178" name="Google Shape;178;p15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2386"/>
            </a:solidFill>
            <a:ln>
              <a:noFill/>
            </a:ln>
          </p:spPr>
        </p:sp>
        <p:sp>
          <p:nvSpPr>
            <p:cNvPr id="179" name="Google Shape;179;p15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0" name="Google Shape;180;p15"/>
          <p:cNvSpPr/>
          <p:nvPr/>
        </p:nvSpPr>
        <p:spPr>
          <a:xfrm>
            <a:off x="3189724" y="6038652"/>
            <a:ext cx="703558" cy="620890"/>
          </a:xfrm>
          <a:custGeom>
            <a:rect b="b" l="l" r="r" t="t"/>
            <a:pathLst>
              <a:path extrusionOk="0" h="620890" w="703558">
                <a:moveTo>
                  <a:pt x="0" y="0"/>
                </a:moveTo>
                <a:lnTo>
                  <a:pt x="703558" y="0"/>
                </a:lnTo>
                <a:lnTo>
                  <a:pt x="703558" y="620891"/>
                </a:lnTo>
                <a:lnTo>
                  <a:pt x="0" y="6208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81" name="Google Shape;181;p15"/>
          <p:cNvSpPr txBox="1"/>
          <p:nvPr/>
        </p:nvSpPr>
        <p:spPr>
          <a:xfrm>
            <a:off x="3689920" y="6089968"/>
            <a:ext cx="4872900" cy="34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lnSpc>
                <a:spcPct val="1380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64" u="sng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Total des clics en PMax</a:t>
            </a:r>
            <a:endParaRPr b="1" sz="2264" u="sng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13272075" y="2856875"/>
            <a:ext cx="4234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83" name="Google Shape;183;p15"/>
          <p:cNvSpPr txBox="1"/>
          <p:nvPr/>
        </p:nvSpPr>
        <p:spPr>
          <a:xfrm>
            <a:off x="9499375" y="2856875"/>
            <a:ext cx="30066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184" name="Google Shape;184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653725" y="7327063"/>
            <a:ext cx="609600" cy="60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5" title="sac-dargent.png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3765150" y="8719575"/>
            <a:ext cx="609600" cy="609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/>
          <p:nvPr/>
        </p:nvSpPr>
        <p:spPr>
          <a:xfrm>
            <a:off x="611870" y="34075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91" name="Google Shape;191;p16"/>
          <p:cNvGrpSpPr/>
          <p:nvPr/>
        </p:nvGrpSpPr>
        <p:grpSpPr>
          <a:xfrm>
            <a:off x="3026511" y="3659931"/>
            <a:ext cx="6762674" cy="873821"/>
            <a:chOff x="0" y="-38100"/>
            <a:chExt cx="4607064" cy="595289"/>
          </a:xfrm>
        </p:grpSpPr>
        <p:sp>
          <p:nvSpPr>
            <p:cNvPr id="192" name="Google Shape;19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EECD00"/>
            </a:solidFill>
            <a:ln>
              <a:noFill/>
            </a:ln>
          </p:spPr>
        </p:sp>
        <p:sp>
          <p:nvSpPr>
            <p:cNvPr id="193" name="Google Shape;19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16"/>
          <p:cNvSpPr/>
          <p:nvPr/>
        </p:nvSpPr>
        <p:spPr>
          <a:xfrm>
            <a:off x="4487086" y="3879731"/>
            <a:ext cx="465565" cy="451175"/>
          </a:xfrm>
          <a:custGeom>
            <a:rect b="b" l="l" r="r" t="t"/>
            <a:pathLst>
              <a:path extrusionOk="0" h="451175" w="465565">
                <a:moveTo>
                  <a:pt x="0" y="0"/>
                </a:moveTo>
                <a:lnTo>
                  <a:pt x="465565" y="0"/>
                </a:lnTo>
                <a:lnTo>
                  <a:pt x="465565" y="451175"/>
                </a:lnTo>
                <a:lnTo>
                  <a:pt x="0" y="4511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5" name="Google Shape;195;p16"/>
          <p:cNvSpPr txBox="1"/>
          <p:nvPr/>
        </p:nvSpPr>
        <p:spPr>
          <a:xfrm>
            <a:off x="4254248" y="3901619"/>
            <a:ext cx="4822123" cy="4224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355" u="sng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Achat Média Total</a:t>
            </a:r>
            <a:endParaRPr/>
          </a:p>
        </p:txBody>
      </p:sp>
      <p:sp>
        <p:nvSpPr>
          <p:cNvPr id="196" name="Google Shape;196;p16"/>
          <p:cNvSpPr txBox="1"/>
          <p:nvPr/>
        </p:nvSpPr>
        <p:spPr>
          <a:xfrm>
            <a:off x="4425496" y="1019175"/>
            <a:ext cx="9437009" cy="1228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000" u="none" cap="none" strike="noStrike">
                <a:solidFill>
                  <a:srgbClr val="FFFFFF"/>
                </a:solidFill>
                <a:latin typeface="Allerta Stencil"/>
                <a:ea typeface="Allerta Stencil"/>
                <a:cs typeface="Allerta Stencil"/>
                <a:sym typeface="Allerta Stencil"/>
              </a:rPr>
              <a:t>SYNTHÈSE </a:t>
            </a:r>
            <a:endParaRPr/>
          </a:p>
        </p:txBody>
      </p:sp>
      <p:grpSp>
        <p:nvGrpSpPr>
          <p:cNvPr id="197" name="Google Shape;197;p16"/>
          <p:cNvGrpSpPr/>
          <p:nvPr/>
        </p:nvGrpSpPr>
        <p:grpSpPr>
          <a:xfrm>
            <a:off x="3128001" y="5080263"/>
            <a:ext cx="6456348" cy="834239"/>
            <a:chOff x="0" y="-38100"/>
            <a:chExt cx="4607064" cy="595289"/>
          </a:xfrm>
        </p:grpSpPr>
        <p:sp>
          <p:nvSpPr>
            <p:cNvPr id="198" name="Google Shape;198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914D"/>
            </a:solidFill>
            <a:ln>
              <a:noFill/>
            </a:ln>
          </p:spPr>
        </p:sp>
        <p:sp>
          <p:nvSpPr>
            <p:cNvPr id="199" name="Google Shape;199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0" name="Google Shape;200;p16"/>
          <p:cNvSpPr txBox="1"/>
          <p:nvPr/>
        </p:nvSpPr>
        <p:spPr>
          <a:xfrm>
            <a:off x="4098276" y="5285841"/>
            <a:ext cx="51342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Calcul d’itinéraires</a:t>
            </a:r>
            <a:endParaRPr/>
          </a:p>
        </p:txBody>
      </p:sp>
      <p:grpSp>
        <p:nvGrpSpPr>
          <p:cNvPr id="201" name="Google Shape;201;p16"/>
          <p:cNvGrpSpPr/>
          <p:nvPr/>
        </p:nvGrpSpPr>
        <p:grpSpPr>
          <a:xfrm>
            <a:off x="3179674" y="6410111"/>
            <a:ext cx="6456348" cy="834239"/>
            <a:chOff x="0" y="-38100"/>
            <a:chExt cx="4607064" cy="595289"/>
          </a:xfrm>
        </p:grpSpPr>
        <p:sp>
          <p:nvSpPr>
            <p:cNvPr id="202" name="Google Shape;202;p16"/>
            <p:cNvSpPr/>
            <p:nvPr/>
          </p:nvSpPr>
          <p:spPr>
            <a:xfrm>
              <a:off x="0" y="0"/>
              <a:ext cx="4607064" cy="557189"/>
            </a:xfrm>
            <a:custGeom>
              <a:rect b="b" l="l" r="r" t="t"/>
              <a:pathLst>
                <a:path extrusionOk="0" h="557189" w="4607064">
                  <a:moveTo>
                    <a:pt x="0" y="0"/>
                  </a:moveTo>
                  <a:lnTo>
                    <a:pt x="4403864" y="0"/>
                  </a:lnTo>
                  <a:lnTo>
                    <a:pt x="4607064" y="278595"/>
                  </a:lnTo>
                  <a:lnTo>
                    <a:pt x="4403864" y="557189"/>
                  </a:lnTo>
                  <a:lnTo>
                    <a:pt x="0" y="557189"/>
                  </a:lnTo>
                  <a:lnTo>
                    <a:pt x="203200" y="278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CAF50"/>
            </a:solidFill>
            <a:ln>
              <a:noFill/>
            </a:ln>
          </p:spPr>
        </p:sp>
        <p:sp>
          <p:nvSpPr>
            <p:cNvPr id="203" name="Google Shape;203;p16"/>
            <p:cNvSpPr txBox="1"/>
            <p:nvPr/>
          </p:nvSpPr>
          <p:spPr>
            <a:xfrm>
              <a:off x="177800" y="-38100"/>
              <a:ext cx="4353064" cy="5952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4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4" name="Google Shape;204;p16"/>
          <p:cNvSpPr txBox="1"/>
          <p:nvPr/>
        </p:nvSpPr>
        <p:spPr>
          <a:xfrm>
            <a:off x="5228675" y="6657188"/>
            <a:ext cx="4003800" cy="3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80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86" u="sng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Appels télephoniques</a:t>
            </a:r>
            <a:endParaRPr/>
          </a:p>
        </p:txBody>
      </p:sp>
      <p:sp>
        <p:nvSpPr>
          <p:cNvPr id="205" name="Google Shape;205;p16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6" name="Google Shape;206;p16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07" name="Google Shape;207;p16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08" name="Google Shape;208;p16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p16"/>
          <p:cNvSpPr/>
          <p:nvPr/>
        </p:nvSpPr>
        <p:spPr>
          <a:xfrm rot="-2989933">
            <a:off x="16244731" y="528729"/>
            <a:ext cx="971387" cy="870344"/>
          </a:xfrm>
          <a:custGeom>
            <a:rect b="b" l="l" r="r" t="t"/>
            <a:pathLst>
              <a:path extrusionOk="0" h="870344" w="971387">
                <a:moveTo>
                  <a:pt x="0" y="0"/>
                </a:moveTo>
                <a:lnTo>
                  <a:pt x="971387" y="0"/>
                </a:lnTo>
                <a:lnTo>
                  <a:pt x="971387" y="870344"/>
                </a:lnTo>
                <a:lnTo>
                  <a:pt x="0" y="87034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-2141" t="0"/>
            </a:stretch>
          </a:blipFill>
          <a:ln>
            <a:noFill/>
          </a:ln>
        </p:spPr>
      </p:sp>
      <p:sp>
        <p:nvSpPr>
          <p:cNvPr id="210" name="Google Shape;210;p16"/>
          <p:cNvSpPr/>
          <p:nvPr/>
        </p:nvSpPr>
        <p:spPr>
          <a:xfrm rot="-7994788">
            <a:off x="16812719" y="1142739"/>
            <a:ext cx="972132" cy="532002"/>
          </a:xfrm>
          <a:custGeom>
            <a:rect b="b" l="l" r="r" t="t"/>
            <a:pathLst>
              <a:path extrusionOk="0" h="532002" w="972132">
                <a:moveTo>
                  <a:pt x="0" y="0"/>
                </a:moveTo>
                <a:lnTo>
                  <a:pt x="972132" y="0"/>
                </a:lnTo>
                <a:lnTo>
                  <a:pt x="972132" y="532002"/>
                </a:lnTo>
                <a:lnTo>
                  <a:pt x="0" y="53200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cxnSp>
        <p:nvCxnSpPr>
          <p:cNvPr id="211" name="Google Shape;211;p16"/>
          <p:cNvCxnSpPr/>
          <p:nvPr/>
        </p:nvCxnSpPr>
        <p:spPr>
          <a:xfrm rot="10800000">
            <a:off x="13391880" y="3307590"/>
            <a:ext cx="0" cy="5982600"/>
          </a:xfrm>
          <a:prstGeom prst="straightConnector1">
            <a:avLst/>
          </a:prstGeom>
          <a:noFill/>
          <a:ln cap="flat" cmpd="sng" w="19050">
            <a:solidFill>
              <a:srgbClr val="FFC107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12" name="Google Shape;212;p16"/>
          <p:cNvSpPr txBox="1"/>
          <p:nvPr/>
        </p:nvSpPr>
        <p:spPr>
          <a:xfrm>
            <a:off x="14372112" y="3169723"/>
            <a:ext cx="1712486" cy="3267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Juillet 2025</a:t>
            </a:r>
            <a:endParaRPr/>
          </a:p>
        </p:txBody>
      </p:sp>
      <p:sp>
        <p:nvSpPr>
          <p:cNvPr id="213" name="Google Shape;213;p16"/>
          <p:cNvSpPr txBox="1"/>
          <p:nvPr/>
        </p:nvSpPr>
        <p:spPr>
          <a:xfrm>
            <a:off x="13891150" y="3722250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1 044,99</a:t>
            </a: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4" name="Google Shape;214;p16"/>
          <p:cNvSpPr txBox="1"/>
          <p:nvPr/>
        </p:nvSpPr>
        <p:spPr>
          <a:xfrm>
            <a:off x="13891150" y="5085325"/>
            <a:ext cx="33873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546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5" name="Google Shape;215;p16"/>
          <p:cNvSpPr txBox="1"/>
          <p:nvPr/>
        </p:nvSpPr>
        <p:spPr>
          <a:xfrm>
            <a:off x="13921400" y="6496300"/>
            <a:ext cx="33873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623</a:t>
            </a:r>
            <a:endParaRPr/>
          </a:p>
        </p:txBody>
      </p:sp>
      <p:sp>
        <p:nvSpPr>
          <p:cNvPr id="216" name="Google Shape;216;p16"/>
          <p:cNvSpPr txBox="1"/>
          <p:nvPr/>
        </p:nvSpPr>
        <p:spPr>
          <a:xfrm>
            <a:off x="10113035" y="3172104"/>
            <a:ext cx="17124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23" u="none" cap="none" strike="noStrike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Juin 2025</a:t>
            </a:r>
            <a:endParaRPr/>
          </a:p>
        </p:txBody>
      </p:sp>
      <p:sp>
        <p:nvSpPr>
          <p:cNvPr id="217" name="Google Shape;217;p16"/>
          <p:cNvSpPr txBox="1"/>
          <p:nvPr/>
        </p:nvSpPr>
        <p:spPr>
          <a:xfrm>
            <a:off x="10113025" y="3729400"/>
            <a:ext cx="3133200" cy="151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1 061 €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8" name="Google Shape;218;p16"/>
          <p:cNvSpPr txBox="1"/>
          <p:nvPr/>
        </p:nvSpPr>
        <p:spPr>
          <a:xfrm>
            <a:off x="10112975" y="5092475"/>
            <a:ext cx="3133200" cy="66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599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343">
                <a:solidFill>
                  <a:schemeClr val="lt1"/>
                </a:solidFill>
                <a:latin typeface="DM Sans"/>
                <a:ea typeface="DM Sans"/>
                <a:cs typeface="DM Sans"/>
                <a:sym typeface="DM Sans"/>
              </a:rPr>
              <a:t>393</a:t>
            </a:r>
            <a:endParaRPr sz="4976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10112975" y="6503450"/>
            <a:ext cx="3133200" cy="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76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505</a:t>
            </a:r>
            <a:endParaRPr/>
          </a:p>
        </p:txBody>
      </p:sp>
      <p:sp>
        <p:nvSpPr>
          <p:cNvPr id="220" name="Google Shape;220;p16"/>
          <p:cNvSpPr/>
          <p:nvPr/>
        </p:nvSpPr>
        <p:spPr>
          <a:xfrm>
            <a:off x="4552435" y="5313642"/>
            <a:ext cx="334871" cy="445012"/>
          </a:xfrm>
          <a:custGeom>
            <a:rect b="b" l="l" r="r" t="t"/>
            <a:pathLst>
              <a:path extrusionOk="0" h="445012" w="334871">
                <a:moveTo>
                  <a:pt x="0" y="0"/>
                </a:moveTo>
                <a:lnTo>
                  <a:pt x="334871" y="0"/>
                </a:lnTo>
                <a:lnTo>
                  <a:pt x="334871" y="445012"/>
                </a:lnTo>
                <a:lnTo>
                  <a:pt x="0" y="4450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1" name="Google Shape;221;p16"/>
          <p:cNvSpPr txBox="1"/>
          <p:nvPr/>
        </p:nvSpPr>
        <p:spPr>
          <a:xfrm>
            <a:off x="13921405" y="2980867"/>
            <a:ext cx="15891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Février 2026</a:t>
            </a:r>
            <a:endParaRPr sz="2123">
              <a:solidFill>
                <a:srgbClr val="FFFFF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10113026" y="2980875"/>
            <a:ext cx="2305800" cy="3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2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Janvier 2026</a:t>
            </a:r>
            <a:endParaRPr/>
          </a:p>
        </p:txBody>
      </p:sp>
      <p:pic>
        <p:nvPicPr>
          <p:cNvPr id="223" name="Google Shape;223;p16" title="appel-telephonique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687950" y="6608000"/>
            <a:ext cx="465575" cy="465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7"/>
          <p:cNvSpPr/>
          <p:nvPr/>
        </p:nvSpPr>
        <p:spPr>
          <a:xfrm>
            <a:off x="0" y="34068"/>
            <a:ext cx="22228579" cy="10252932"/>
          </a:xfrm>
          <a:custGeom>
            <a:rect b="b" l="l" r="r" t="t"/>
            <a:pathLst>
              <a:path extrusionOk="0" h="10252932" w="22228579">
                <a:moveTo>
                  <a:pt x="0" y="0"/>
                </a:moveTo>
                <a:lnTo>
                  <a:pt x="22228579" y="0"/>
                </a:lnTo>
                <a:lnTo>
                  <a:pt x="22228579" y="10252932"/>
                </a:lnTo>
                <a:lnTo>
                  <a:pt x="0" y="1025293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23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29" name="Google Shape;229;p17"/>
          <p:cNvSpPr/>
          <p:nvPr/>
        </p:nvSpPr>
        <p:spPr>
          <a:xfrm>
            <a:off x="1875581" y="4349644"/>
            <a:ext cx="14536837" cy="1587711"/>
          </a:xfrm>
          <a:custGeom>
            <a:rect b="b" l="l" r="r" t="t"/>
            <a:pathLst>
              <a:path extrusionOk="0" h="1587711" w="14536837">
                <a:moveTo>
                  <a:pt x="0" y="0"/>
                </a:moveTo>
                <a:lnTo>
                  <a:pt x="14536838" y="0"/>
                </a:lnTo>
                <a:lnTo>
                  <a:pt x="14536838" y="1587712"/>
                </a:lnTo>
                <a:lnTo>
                  <a:pt x="0" y="158771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30" name="Google Shape;230;p17"/>
          <p:cNvSpPr/>
          <p:nvPr/>
        </p:nvSpPr>
        <p:spPr>
          <a:xfrm>
            <a:off x="14789897" y="9754804"/>
            <a:ext cx="3337820" cy="438089"/>
          </a:xfrm>
          <a:custGeom>
            <a:rect b="b" l="l" r="r" t="t"/>
            <a:pathLst>
              <a:path extrusionOk="0" h="438089" w="3337820">
                <a:moveTo>
                  <a:pt x="0" y="0"/>
                </a:moveTo>
                <a:lnTo>
                  <a:pt x="3337821" y="0"/>
                </a:lnTo>
                <a:lnTo>
                  <a:pt x="3337821" y="438089"/>
                </a:lnTo>
                <a:lnTo>
                  <a:pt x="0" y="43808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1" name="Google Shape;231;p17"/>
          <p:cNvGrpSpPr/>
          <p:nvPr/>
        </p:nvGrpSpPr>
        <p:grpSpPr>
          <a:xfrm rot="-5400000">
            <a:off x="-6824740" y="3910659"/>
            <a:ext cx="11958151" cy="2037819"/>
            <a:chOff x="0" y="-28575"/>
            <a:chExt cx="3149472" cy="536710"/>
          </a:xfrm>
        </p:grpSpPr>
        <p:sp>
          <p:nvSpPr>
            <p:cNvPr id="232" name="Google Shape;232;p17"/>
            <p:cNvSpPr/>
            <p:nvPr/>
          </p:nvSpPr>
          <p:spPr>
            <a:xfrm>
              <a:off x="0" y="0"/>
              <a:ext cx="3149472" cy="508135"/>
            </a:xfrm>
            <a:custGeom>
              <a:rect b="b" l="l" r="r" t="t"/>
              <a:pathLst>
                <a:path extrusionOk="0"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E3C417"/>
            </a:solidFill>
            <a:ln>
              <a:noFill/>
            </a:ln>
          </p:spPr>
        </p:sp>
        <p:sp>
          <p:nvSpPr>
            <p:cNvPr id="233" name="Google Shape;233;p17"/>
            <p:cNvSpPr txBox="1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3888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