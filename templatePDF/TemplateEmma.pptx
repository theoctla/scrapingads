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11" Type="http://schemas.openxmlformats.org/officeDocument/2006/relationships/image" Target="../media/image9.png"/><Relationship Id="rId10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11" Type="http://schemas.openxmlformats.org/officeDocument/2006/relationships/image" Target="../media/image9.png"/><Relationship Id="rId10" Type="http://schemas.openxmlformats.org/officeDocument/2006/relationships/image" Target="../media/image21.png"/><Relationship Id="rId9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{{Client}}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{{Mois}}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1117627" y="3682850"/>
            <a:ext cx="6833197" cy="867262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1117627" y="5292520"/>
            <a:ext cx="6833197" cy="840369"/>
            <a:chOff x="0" y="-38100"/>
            <a:chExt cx="4607064" cy="595289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/>
          <p:nvPr/>
        </p:nvSpPr>
        <p:spPr>
          <a:xfrm>
            <a:off x="1636077" y="3872609"/>
            <a:ext cx="596861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4"/>
          <p:cNvSpPr/>
          <p:nvPr/>
        </p:nvSpPr>
        <p:spPr>
          <a:xfrm>
            <a:off x="1887311" y="5369140"/>
            <a:ext cx="738736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4"/>
          <p:cNvSpPr txBox="1"/>
          <p:nvPr/>
        </p:nvSpPr>
        <p:spPr>
          <a:xfrm>
            <a:off x="2269265" y="3912182"/>
            <a:ext cx="4872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2269248" y="5569236"/>
            <a:ext cx="51195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/>
          </a:p>
        </p:txBody>
      </p:sp>
      <p:grpSp>
        <p:nvGrpSpPr>
          <p:cNvPr id="113" name="Google Shape;113;p14"/>
          <p:cNvGrpSpPr/>
          <p:nvPr/>
        </p:nvGrpSpPr>
        <p:grpSpPr>
          <a:xfrm>
            <a:off x="989087" y="6835007"/>
            <a:ext cx="6782980" cy="860935"/>
            <a:chOff x="0" y="-57150"/>
            <a:chExt cx="4607064" cy="614339"/>
          </a:xfrm>
        </p:grpSpPr>
        <p:sp>
          <p:nvSpPr>
            <p:cNvPr id="114" name="Google Shape;11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15" name="Google Shape;115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4"/>
          <p:cNvSpPr/>
          <p:nvPr/>
        </p:nvSpPr>
        <p:spPr>
          <a:xfrm>
            <a:off x="1636077" y="6993767"/>
            <a:ext cx="733334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4"/>
          <p:cNvSpPr txBox="1"/>
          <p:nvPr/>
        </p:nvSpPr>
        <p:spPr>
          <a:xfrm>
            <a:off x="2002959" y="7070859"/>
            <a:ext cx="52047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0" name="Google Shape;120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21" name="Google Shape;121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22" name="Google Shape;122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24" name="Google Shape;124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25" name="Google Shape;125;p14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6" name="Google Shape;126;p14"/>
          <p:cNvSpPr txBox="1"/>
          <p:nvPr/>
        </p:nvSpPr>
        <p:spPr>
          <a:xfrm>
            <a:off x="13994675" y="5377763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{{coutG}}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3916300" y="6943763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{{coutM}}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3916300" y="3832013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{{diff_all}}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3929751" y="254570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9303225" y="254570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8473176" y="5364351"/>
            <a:ext cx="40653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{{coutGlast}}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8240150" y="6930350"/>
            <a:ext cx="4298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{{coutMlast}}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8473176" y="3818600"/>
            <a:ext cx="4065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{{diff_alllast}}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3" name="Google Shape;143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4" name="Google Shape;144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45" name="Google Shape;145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47" name="Google Shape;14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48" name="Google Shape;148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50" name="Google Shape;15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1" name="Google Shape;151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53" name="Google Shape;153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4" name="Google Shape;154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5"/>
          <p:cNvSpPr/>
          <p:nvPr/>
        </p:nvSpPr>
        <p:spPr>
          <a:xfrm>
            <a:off x="3943095" y="483679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5"/>
          <p:cNvSpPr/>
          <p:nvPr/>
        </p:nvSpPr>
        <p:spPr>
          <a:xfrm>
            <a:off x="3380537" y="35461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5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3540120" y="8850072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60" name="Google Shape;160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61" name="Google Shape;16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2" name="Google Shape;16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64" name="Google Shape;164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5" name="Google Shape;165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5"/>
          <p:cNvSpPr txBox="1"/>
          <p:nvPr/>
        </p:nvSpPr>
        <p:spPr>
          <a:xfrm>
            <a:off x="13272075" y="33842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{{imprG}}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13272075" y="4638350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{{searchG}}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13272075" y="8615675"/>
            <a:ext cx="4234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{{coutG}}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13272075" y="72643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{{cpcG}}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3271950" y="5988500"/>
            <a:ext cx="4234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{{ctrG}}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9499325" y="34169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{{imprGlast}}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9499325" y="46383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{{searchGtotal}}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9531125" y="8615675"/>
            <a:ext cx="29748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{{coutGtotal}}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9651736" y="7264316"/>
            <a:ext cx="28542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{{cpcGtotal}}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9651725" y="5988500"/>
            <a:ext cx="2854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{{ctrGtotal}}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9" name="Google Shape;179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80" name="Google Shape;18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81" name="Google Shape;181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15"/>
          <p:cNvSpPr/>
          <p:nvPr/>
        </p:nvSpPr>
        <p:spPr>
          <a:xfrm>
            <a:off x="375874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5"/>
          <p:cNvSpPr txBox="1"/>
          <p:nvPr/>
        </p:nvSpPr>
        <p:spPr>
          <a:xfrm>
            <a:off x="3689920" y="6089968"/>
            <a:ext cx="4872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186" name="Google Shape;186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05725" y="73270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93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/>
          <p:nvPr/>
        </p:nvSpPr>
        <p:spPr>
          <a:xfrm>
            <a:off x="-3175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96" name="Google Shape;196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97" name="Google Shape;197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16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16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202" name="Google Shape;20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03" name="Google Shape;203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6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205" name="Google Shape;20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06" name="Google Shape;206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6"/>
          <p:cNvSpPr/>
          <p:nvPr/>
        </p:nvSpPr>
        <p:spPr>
          <a:xfrm>
            <a:off x="4086333" y="48445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6"/>
          <p:cNvSpPr/>
          <p:nvPr/>
        </p:nvSpPr>
        <p:spPr>
          <a:xfrm>
            <a:off x="3548387" y="35616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6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3540120" y="888851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212" name="Google Shape;212;p16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14" name="Google Shape;214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16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16" name="Google Shape;216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7" name="Google Shape;217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18" name="Google Shape;218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3314025" y="8646925"/>
            <a:ext cx="3817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{{coutM}}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{{ctrM}}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9505650" y="337322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{{imprMlastlast}}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>
            <a:off x="9505650" y="459460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{{clicMlast}}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9505650" y="8646925"/>
            <a:ext cx="30066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{{coutMlast}}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9505650" y="722057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{{cpcMlast}}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9505650" y="594475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{{ctrMlast}}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31" name="Google Shape;231;p16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32" name="Google Shape;23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33" name="Google Shape;233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6"/>
          <p:cNvSpPr/>
          <p:nvPr/>
        </p:nvSpPr>
        <p:spPr>
          <a:xfrm>
            <a:off x="390199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6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36" name="Google Shape;236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6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239" name="Google Shape;239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48975" y="73389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51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7"/>
          <p:cNvGrpSpPr/>
          <p:nvPr/>
        </p:nvGrpSpPr>
        <p:grpSpPr>
          <a:xfrm>
            <a:off x="1761561" y="3614819"/>
            <a:ext cx="6762709" cy="873825"/>
            <a:chOff x="0" y="-38100"/>
            <a:chExt cx="4607064" cy="595289"/>
          </a:xfrm>
        </p:grpSpPr>
        <p:sp>
          <p:nvSpPr>
            <p:cNvPr id="246" name="Google Shape;24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47" name="Google Shape;24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7"/>
          <p:cNvSpPr/>
          <p:nvPr/>
        </p:nvSpPr>
        <p:spPr>
          <a:xfrm>
            <a:off x="3222136" y="382614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7"/>
          <p:cNvSpPr txBox="1"/>
          <p:nvPr/>
        </p:nvSpPr>
        <p:spPr>
          <a:xfrm>
            <a:off x="2989298" y="385650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51" name="Google Shape;251;p17"/>
          <p:cNvGrpSpPr/>
          <p:nvPr/>
        </p:nvGrpSpPr>
        <p:grpSpPr>
          <a:xfrm>
            <a:off x="1863051" y="5035150"/>
            <a:ext cx="6456339" cy="834238"/>
            <a:chOff x="0" y="-38100"/>
            <a:chExt cx="4607064" cy="595289"/>
          </a:xfrm>
        </p:grpSpPr>
        <p:sp>
          <p:nvSpPr>
            <p:cNvPr id="252" name="Google Shape;252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53" name="Google Shape;253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17"/>
          <p:cNvSpPr txBox="1"/>
          <p:nvPr/>
        </p:nvSpPr>
        <p:spPr>
          <a:xfrm>
            <a:off x="2833326" y="5240729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Appels Téléphoniques</a:t>
            </a:r>
            <a:endParaRPr b="1" sz="2386" u="sng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5" name="Google Shape;255;p17"/>
          <p:cNvGrpSpPr/>
          <p:nvPr/>
        </p:nvGrpSpPr>
        <p:grpSpPr>
          <a:xfrm>
            <a:off x="1761549" y="6370836"/>
            <a:ext cx="6456339" cy="834238"/>
            <a:chOff x="0" y="-38100"/>
            <a:chExt cx="4607064" cy="595289"/>
          </a:xfrm>
        </p:grpSpPr>
        <p:sp>
          <p:nvSpPr>
            <p:cNvPr id="256" name="Google Shape;25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57" name="Google Shape;25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" name="Google Shape;258;p17"/>
          <p:cNvSpPr/>
          <p:nvPr/>
        </p:nvSpPr>
        <p:spPr>
          <a:xfrm>
            <a:off x="3005112" y="64856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49"/>
                </a:lnTo>
                <a:lnTo>
                  <a:pt x="0" y="616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17"/>
          <p:cNvSpPr txBox="1"/>
          <p:nvPr/>
        </p:nvSpPr>
        <p:spPr>
          <a:xfrm>
            <a:off x="2680151" y="655554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Itinéraires</a:t>
            </a:r>
            <a:endParaRPr/>
          </a:p>
        </p:txBody>
      </p:sp>
      <p:sp>
        <p:nvSpPr>
          <p:cNvPr id="260" name="Google Shape;260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1" name="Google Shape;261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62" name="Google Shape;262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63" name="Google Shape;263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5" name="Google Shape;265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66" name="Google Shape;266;p17"/>
          <p:cNvCxnSpPr/>
          <p:nvPr/>
        </p:nvCxnSpPr>
        <p:spPr>
          <a:xfrm rot="10800000">
            <a:off x="13391880" y="33075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7" name="Google Shape;267;p17"/>
          <p:cNvSpPr txBox="1"/>
          <p:nvPr/>
        </p:nvSpPr>
        <p:spPr>
          <a:xfrm>
            <a:off x="13891150" y="37222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{{coutT}}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13891150" y="5085325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{{appels}}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13921400" y="649630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{{iti}}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0" name="Google Shape;270;p17"/>
          <p:cNvSpPr txBox="1"/>
          <p:nvPr/>
        </p:nvSpPr>
        <p:spPr>
          <a:xfrm>
            <a:off x="10113035" y="31721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8848092" y="3684300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{{coutTlast}}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8848025" y="5047375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{{appelsL}}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3" name="Google Shape;273;p17"/>
          <p:cNvSpPr txBox="1"/>
          <p:nvPr/>
        </p:nvSpPr>
        <p:spPr>
          <a:xfrm>
            <a:off x="8848025" y="6458350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{{itiL}}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3287485" y="5268530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7"/>
          <p:cNvSpPr txBox="1"/>
          <p:nvPr/>
        </p:nvSpPr>
        <p:spPr>
          <a:xfrm>
            <a:off x="13921394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10113026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grpSp>
        <p:nvGrpSpPr>
          <p:cNvPr id="277" name="Google Shape;277;p17"/>
          <p:cNvGrpSpPr/>
          <p:nvPr/>
        </p:nvGrpSpPr>
        <p:grpSpPr>
          <a:xfrm>
            <a:off x="1761549" y="7706511"/>
            <a:ext cx="6456339" cy="834238"/>
            <a:chOff x="0" y="-38100"/>
            <a:chExt cx="4607064" cy="595289"/>
          </a:xfrm>
        </p:grpSpPr>
        <p:sp>
          <p:nvSpPr>
            <p:cNvPr id="278" name="Google Shape;278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</p:sp>
        <p:sp>
          <p:nvSpPr>
            <p:cNvPr id="279" name="Google Shape;279;p17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17"/>
          <p:cNvSpPr txBox="1"/>
          <p:nvPr/>
        </p:nvSpPr>
        <p:spPr>
          <a:xfrm>
            <a:off x="2669076" y="797959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</a:t>
            </a:r>
            <a:endParaRPr/>
          </a:p>
        </p:txBody>
      </p:sp>
      <p:pic>
        <p:nvPicPr>
          <p:cNvPr id="281" name="Google Shape;281;p17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78200" y="78703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7"/>
          <p:cNvSpPr txBox="1"/>
          <p:nvPr/>
        </p:nvSpPr>
        <p:spPr>
          <a:xfrm>
            <a:off x="8851675" y="7789425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{{cpcL €}}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13590475" y="7907275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 €}}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" name="Google Shape;290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1" name="Google Shape;291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92" name="Google Shape;292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3" name="Google Shape;293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