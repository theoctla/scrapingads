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Anton"/>
      <p:regular r:id="rId14"/>
    </p:embeddedFont>
    <p:embeddedFont>
      <p:font typeface="Poppins"/>
      <p:bold r:id="rId15"/>
      <p:boldItalic r:id="rId16"/>
    </p:embeddedFont>
    <p:embeddedFont>
      <p:font typeface="Allerta Stencil"/>
      <p:regular r:id="rId17"/>
    </p:embeddedFont>
    <p:embeddedFont>
      <p:font typeface="DM Sans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bold.fntdata"/><Relationship Id="rId14" Type="http://schemas.openxmlformats.org/officeDocument/2006/relationships/font" Target="fonts/Anton-regular.fntdata"/><Relationship Id="rId17" Type="http://schemas.openxmlformats.org/officeDocument/2006/relationships/font" Target="fonts/AllertaStencil-regular.fntdata"/><Relationship Id="rId16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56ef6f76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b56ef6f76c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b56ef6f76c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b56ef6f76c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5.png"/><Relationship Id="rId4" Type="http://schemas.openxmlformats.org/officeDocument/2006/relationships/image" Target="../media/image7.jpg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2.png"/><Relationship Id="rId8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28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7.png"/><Relationship Id="rId10" Type="http://schemas.openxmlformats.org/officeDocument/2006/relationships/image" Target="../media/image22.png"/><Relationship Id="rId13" Type="http://schemas.openxmlformats.org/officeDocument/2006/relationships/image" Target="../media/image19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17.png"/><Relationship Id="rId15" Type="http://schemas.openxmlformats.org/officeDocument/2006/relationships/image" Target="../media/image20.png"/><Relationship Id="rId14" Type="http://schemas.openxmlformats.org/officeDocument/2006/relationships/image" Target="../media/image21.png"/><Relationship Id="rId5" Type="http://schemas.openxmlformats.org/officeDocument/2006/relationships/image" Target="../media/image10.png"/><Relationship Id="rId6" Type="http://schemas.openxmlformats.org/officeDocument/2006/relationships/image" Target="../media/image4.png"/><Relationship Id="rId7" Type="http://schemas.openxmlformats.org/officeDocument/2006/relationships/image" Target="../media/image16.png"/><Relationship Id="rId8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33.png"/></Relationships>
</file>

<file path=ppt/slides/_rels/slide5.xml.rels><?xml version="1.0" encoding="UTF-8" standalone="yes"?><Relationships xmlns="http://schemas.openxmlformats.org/package/2006/relationships"><Relationship Id="rId10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9" Type="http://schemas.openxmlformats.org/officeDocument/2006/relationships/image" Target="../media/image34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10.png"/><Relationship Id="rId8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9" Type="http://schemas.openxmlformats.org/officeDocument/2006/relationships/image" Target="../media/image29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10.png"/><Relationship Id="rId8" Type="http://schemas.openxmlformats.org/officeDocument/2006/relationships/image" Target="../media/image3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10.png"/><Relationship Id="rId7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5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{{Client}}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{{Mois}}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4" name="Google Shape;104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05" name="Google Shape;105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06" name="Google Shape;106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08" name="Google Shape;108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9" name="Google Shape;109;p14"/>
          <p:cNvCxnSpPr/>
          <p:nvPr/>
        </p:nvCxnSpPr>
        <p:spPr>
          <a:xfrm rot="10800000">
            <a:off x="12727897" y="332231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0" name="Google Shape;110;p14"/>
          <p:cNvSpPr txBox="1"/>
          <p:nvPr/>
        </p:nvSpPr>
        <p:spPr>
          <a:xfrm>
            <a:off x="13321822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grpSp>
        <p:nvGrpSpPr>
          <p:cNvPr id="111" name="Google Shape;111;p14"/>
          <p:cNvGrpSpPr/>
          <p:nvPr/>
        </p:nvGrpSpPr>
        <p:grpSpPr>
          <a:xfrm>
            <a:off x="1422981" y="3768693"/>
            <a:ext cx="6503792" cy="867348"/>
            <a:chOff x="0" y="-57150"/>
            <a:chExt cx="4607064" cy="614400"/>
          </a:xfrm>
        </p:grpSpPr>
        <p:sp>
          <p:nvSpPr>
            <p:cNvPr id="112" name="Google Shape;112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13" name="Google Shape;113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4"/>
          <p:cNvSpPr/>
          <p:nvPr/>
        </p:nvSpPr>
        <p:spPr>
          <a:xfrm>
            <a:off x="1916454" y="3958452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4"/>
          <p:cNvSpPr txBox="1"/>
          <p:nvPr/>
        </p:nvSpPr>
        <p:spPr>
          <a:xfrm>
            <a:off x="2519136" y="3998025"/>
            <a:ext cx="46377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9613929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3039951" y="2774213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8947250" y="2774213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/>
          </a:p>
        </p:txBody>
      </p:sp>
      <p:grpSp>
        <p:nvGrpSpPr>
          <p:cNvPr id="119" name="Google Shape;119;p14"/>
          <p:cNvGrpSpPr/>
          <p:nvPr/>
        </p:nvGrpSpPr>
        <p:grpSpPr>
          <a:xfrm>
            <a:off x="1399256" y="5112986"/>
            <a:ext cx="6503792" cy="840369"/>
            <a:chOff x="0" y="-38100"/>
            <a:chExt cx="4607064" cy="595289"/>
          </a:xfrm>
        </p:grpSpPr>
        <p:sp>
          <p:nvSpPr>
            <p:cNvPr id="120" name="Google Shape;120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21" name="Google Shape;121;p14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14"/>
          <p:cNvSpPr txBox="1"/>
          <p:nvPr/>
        </p:nvSpPr>
        <p:spPr>
          <a:xfrm>
            <a:off x="2495395" y="5338714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sur les publicités</a:t>
            </a:r>
            <a:endParaRPr/>
          </a:p>
        </p:txBody>
      </p:sp>
      <p:grpSp>
        <p:nvGrpSpPr>
          <p:cNvPr id="123" name="Google Shape;123;p14"/>
          <p:cNvGrpSpPr/>
          <p:nvPr/>
        </p:nvGrpSpPr>
        <p:grpSpPr>
          <a:xfrm>
            <a:off x="1399259" y="6430271"/>
            <a:ext cx="6456339" cy="861020"/>
            <a:chOff x="0" y="-57150"/>
            <a:chExt cx="4607064" cy="614400"/>
          </a:xfrm>
        </p:grpSpPr>
        <p:sp>
          <p:nvSpPr>
            <p:cNvPr id="124" name="Google Shape;124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25" name="Google Shape;125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4"/>
          <p:cNvSpPr txBox="1"/>
          <p:nvPr/>
        </p:nvSpPr>
        <p:spPr>
          <a:xfrm>
            <a:off x="2364285" y="6666124"/>
            <a:ext cx="49539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Calcul d’itinéraires</a:t>
            </a:r>
            <a:endParaRPr/>
          </a:p>
        </p:txBody>
      </p:sp>
      <p:grpSp>
        <p:nvGrpSpPr>
          <p:cNvPr id="127" name="Google Shape;127;p14"/>
          <p:cNvGrpSpPr/>
          <p:nvPr/>
        </p:nvGrpSpPr>
        <p:grpSpPr>
          <a:xfrm>
            <a:off x="1399259" y="7622421"/>
            <a:ext cx="6503792" cy="867348"/>
            <a:chOff x="0" y="-57150"/>
            <a:chExt cx="4607064" cy="614400"/>
          </a:xfrm>
        </p:grpSpPr>
        <p:sp>
          <p:nvSpPr>
            <p:cNvPr id="128" name="Google Shape;128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29" name="Google Shape;129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14"/>
          <p:cNvSpPr txBox="1"/>
          <p:nvPr/>
        </p:nvSpPr>
        <p:spPr>
          <a:xfrm>
            <a:off x="2857025" y="7880125"/>
            <a:ext cx="40941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Appels téléphonique</a:t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2051448" y="5303835"/>
            <a:ext cx="380966" cy="418392"/>
          </a:xfrm>
          <a:custGeom>
            <a:rect b="b" l="l" r="r" t="t"/>
            <a:pathLst>
              <a:path extrusionOk="0" h="524629" w="394783">
                <a:moveTo>
                  <a:pt x="0" y="0"/>
                </a:moveTo>
                <a:lnTo>
                  <a:pt x="394783" y="0"/>
                </a:lnTo>
                <a:lnTo>
                  <a:pt x="394783" y="524629"/>
                </a:lnTo>
                <a:lnTo>
                  <a:pt x="0" y="524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32" name="Google Shape;132;p14" title="itinerair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01188" y="658564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4" title="appel-telephonique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32425" y="7805781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"/>
          <p:cNvSpPr txBox="1"/>
          <p:nvPr/>
        </p:nvSpPr>
        <p:spPr>
          <a:xfrm>
            <a:off x="12827140" y="522807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{{allclics}}</a:t>
            </a:r>
            <a:endParaRPr sz="1262"/>
          </a:p>
        </p:txBody>
      </p:sp>
      <p:sp>
        <p:nvSpPr>
          <p:cNvPr id="135" name="Google Shape;135;p14"/>
          <p:cNvSpPr txBox="1"/>
          <p:nvPr/>
        </p:nvSpPr>
        <p:spPr>
          <a:xfrm>
            <a:off x="12747865" y="4015168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{{diff_all}}</a:t>
            </a:r>
            <a:endParaRPr sz="1262"/>
          </a:p>
        </p:txBody>
      </p:sp>
      <p:sp>
        <p:nvSpPr>
          <p:cNvPr id="136" name="Google Shape;136;p14"/>
          <p:cNvSpPr txBox="1"/>
          <p:nvPr/>
        </p:nvSpPr>
        <p:spPr>
          <a:xfrm>
            <a:off x="8855241" y="522807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{{allclicslast}}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8775966" y="399803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{{diff_last}}</a:t>
            </a:r>
            <a:endParaRPr sz="1262"/>
          </a:p>
        </p:txBody>
      </p:sp>
      <p:sp>
        <p:nvSpPr>
          <p:cNvPr id="138" name="Google Shape;138;p14"/>
          <p:cNvSpPr txBox="1"/>
          <p:nvPr/>
        </p:nvSpPr>
        <p:spPr>
          <a:xfrm>
            <a:off x="12919139" y="659865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{{iti}}</a:t>
            </a:r>
            <a:endParaRPr sz="1262"/>
          </a:p>
        </p:txBody>
      </p:sp>
      <p:sp>
        <p:nvSpPr>
          <p:cNvPr id="139" name="Google Shape;139;p14"/>
          <p:cNvSpPr txBox="1"/>
          <p:nvPr/>
        </p:nvSpPr>
        <p:spPr>
          <a:xfrm>
            <a:off x="8947243" y="6572011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{{itiLast}}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12919139" y="781880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{{appel}}</a:t>
            </a:r>
            <a:endParaRPr sz="1262"/>
          </a:p>
        </p:txBody>
      </p:sp>
      <p:sp>
        <p:nvSpPr>
          <p:cNvPr id="141" name="Google Shape;141;p14"/>
          <p:cNvSpPr txBox="1"/>
          <p:nvPr/>
        </p:nvSpPr>
        <p:spPr>
          <a:xfrm>
            <a:off x="8947243" y="7792161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{{appelLast}}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7" name="Google Shape;147;p15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148" name="Google Shape;148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49" name="Google Shape;149;p15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5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151" name="Google Shape;151;p15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2" name="Google Shape;152;p15"/>
          <p:cNvSpPr/>
          <p:nvPr/>
        </p:nvSpPr>
        <p:spPr>
          <a:xfrm>
            <a:off x="3228899" y="566738"/>
            <a:ext cx="2296566" cy="1723751"/>
          </a:xfrm>
          <a:custGeom>
            <a:rect b="b" l="l" r="r" t="t"/>
            <a:pathLst>
              <a:path extrusionOk="0" h="1723751" w="2296566">
                <a:moveTo>
                  <a:pt x="0" y="0"/>
                </a:moveTo>
                <a:lnTo>
                  <a:pt x="2296567" y="0"/>
                </a:lnTo>
                <a:lnTo>
                  <a:pt x="2296567" y="1723750"/>
                </a:lnTo>
                <a:lnTo>
                  <a:pt x="0" y="17237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p15"/>
          <p:cNvSpPr txBox="1"/>
          <p:nvPr/>
        </p:nvSpPr>
        <p:spPr>
          <a:xfrm>
            <a:off x="5130492" y="966650"/>
            <a:ext cx="9437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DÉTAILS GOOGLE ADS</a:t>
            </a:r>
            <a:endParaRPr/>
          </a:p>
        </p:txBody>
      </p:sp>
      <p:grpSp>
        <p:nvGrpSpPr>
          <p:cNvPr id="154" name="Google Shape;154;p15"/>
          <p:cNvGrpSpPr/>
          <p:nvPr/>
        </p:nvGrpSpPr>
        <p:grpSpPr>
          <a:xfrm>
            <a:off x="2111150" y="2887324"/>
            <a:ext cx="6043086" cy="595706"/>
            <a:chOff x="0" y="-38100"/>
            <a:chExt cx="4607064" cy="595289"/>
          </a:xfrm>
        </p:grpSpPr>
        <p:sp>
          <p:nvSpPr>
            <p:cNvPr id="155" name="Google Shape;15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0000"/>
            </a:solidFill>
            <a:ln>
              <a:noFill/>
            </a:ln>
          </p:spPr>
        </p:sp>
        <p:sp>
          <p:nvSpPr>
            <p:cNvPr id="156" name="Google Shape;156;p15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850" lIns="40850" spcFirstLastPara="1" rIns="40850" wrap="square" tIns="4085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4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" name="Google Shape;157;p15"/>
          <p:cNvSpPr txBox="1"/>
          <p:nvPr/>
        </p:nvSpPr>
        <p:spPr>
          <a:xfrm>
            <a:off x="3663200" y="3044925"/>
            <a:ext cx="3795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3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d’Accueil</a:t>
            </a:r>
            <a:endParaRPr sz="1125"/>
          </a:p>
        </p:txBody>
      </p:sp>
      <p:sp>
        <p:nvSpPr>
          <p:cNvPr id="158" name="Google Shape;158;p15"/>
          <p:cNvSpPr txBox="1"/>
          <p:nvPr/>
        </p:nvSpPr>
        <p:spPr>
          <a:xfrm>
            <a:off x="11702527" y="2197288"/>
            <a:ext cx="39420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91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191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9" name="Google Shape;159;p15"/>
          <p:cNvSpPr txBox="1"/>
          <p:nvPr/>
        </p:nvSpPr>
        <p:spPr>
          <a:xfrm>
            <a:off x="7843300" y="2184100"/>
            <a:ext cx="3984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91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 sz="1262">
              <a:solidFill>
                <a:srgbClr val="000000"/>
              </a:solidFill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0" name="Google Shape;160;p15"/>
          <p:cNvSpPr txBox="1"/>
          <p:nvPr/>
        </p:nvSpPr>
        <p:spPr>
          <a:xfrm>
            <a:off x="11955110" y="2931834"/>
            <a:ext cx="3405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6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397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1" name="Google Shape;161;p15"/>
          <p:cNvSpPr txBox="1"/>
          <p:nvPr/>
        </p:nvSpPr>
        <p:spPr>
          <a:xfrm>
            <a:off x="8611125" y="2905423"/>
            <a:ext cx="24177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6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endParaRPr sz="397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62" name="Google Shape;162;p15"/>
          <p:cNvGrpSpPr/>
          <p:nvPr/>
        </p:nvGrpSpPr>
        <p:grpSpPr>
          <a:xfrm>
            <a:off x="2111150" y="3656799"/>
            <a:ext cx="6043086" cy="595706"/>
            <a:chOff x="0" y="-38100"/>
            <a:chExt cx="4607064" cy="595289"/>
          </a:xfrm>
        </p:grpSpPr>
        <p:sp>
          <p:nvSpPr>
            <p:cNvPr id="163" name="Google Shape;163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</p:sp>
        <p:sp>
          <p:nvSpPr>
            <p:cNvPr id="164" name="Google Shape;164;p15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850" lIns="40850" spcFirstLastPara="1" rIns="40850" wrap="square" tIns="4085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4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5" name="Google Shape;165;p15"/>
          <p:cNvSpPr txBox="1"/>
          <p:nvPr/>
        </p:nvSpPr>
        <p:spPr>
          <a:xfrm>
            <a:off x="3663200" y="3814400"/>
            <a:ext cx="3795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3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PC GAMER</a:t>
            </a:r>
            <a:endParaRPr sz="1125"/>
          </a:p>
        </p:txBody>
      </p:sp>
      <p:sp>
        <p:nvSpPr>
          <p:cNvPr id="166" name="Google Shape;166;p15"/>
          <p:cNvSpPr txBox="1"/>
          <p:nvPr/>
        </p:nvSpPr>
        <p:spPr>
          <a:xfrm>
            <a:off x="11955110" y="3701309"/>
            <a:ext cx="3405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46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397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6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8611125" y="3674898"/>
            <a:ext cx="24177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6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endParaRPr sz="397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68" name="Google Shape;168;p15"/>
          <p:cNvGrpSpPr/>
          <p:nvPr/>
        </p:nvGrpSpPr>
        <p:grpSpPr>
          <a:xfrm>
            <a:off x="2111150" y="4412874"/>
            <a:ext cx="6043086" cy="595706"/>
            <a:chOff x="0" y="-38100"/>
            <a:chExt cx="4607064" cy="595289"/>
          </a:xfrm>
        </p:grpSpPr>
        <p:sp>
          <p:nvSpPr>
            <p:cNvPr id="169" name="Google Shape;169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</p:sp>
        <p:sp>
          <p:nvSpPr>
            <p:cNvPr id="170" name="Google Shape;170;p15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850" lIns="40850" spcFirstLastPara="1" rIns="40850" wrap="square" tIns="4085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4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1" name="Google Shape;171;p15"/>
          <p:cNvSpPr txBox="1"/>
          <p:nvPr/>
        </p:nvSpPr>
        <p:spPr>
          <a:xfrm>
            <a:off x="3663200" y="4570475"/>
            <a:ext cx="3795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3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Parc Informatique</a:t>
            </a:r>
            <a:endParaRPr sz="1125"/>
          </a:p>
        </p:txBody>
      </p:sp>
      <p:sp>
        <p:nvSpPr>
          <p:cNvPr id="172" name="Google Shape;172;p15"/>
          <p:cNvSpPr txBox="1"/>
          <p:nvPr/>
        </p:nvSpPr>
        <p:spPr>
          <a:xfrm>
            <a:off x="11955110" y="4457384"/>
            <a:ext cx="3405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46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397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6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3" name="Google Shape;173;p15"/>
          <p:cNvSpPr txBox="1"/>
          <p:nvPr/>
        </p:nvSpPr>
        <p:spPr>
          <a:xfrm>
            <a:off x="8611125" y="4430973"/>
            <a:ext cx="24177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6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endParaRPr sz="397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74" name="Google Shape;174;p15"/>
          <p:cNvGrpSpPr/>
          <p:nvPr/>
        </p:nvGrpSpPr>
        <p:grpSpPr>
          <a:xfrm>
            <a:off x="2111150" y="5168949"/>
            <a:ext cx="6043086" cy="595706"/>
            <a:chOff x="0" y="-38100"/>
            <a:chExt cx="4607064" cy="595289"/>
          </a:xfrm>
        </p:grpSpPr>
        <p:sp>
          <p:nvSpPr>
            <p:cNvPr id="175" name="Google Shape;17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</p:sp>
        <p:sp>
          <p:nvSpPr>
            <p:cNvPr id="176" name="Google Shape;176;p15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850" lIns="40850" spcFirstLastPara="1" rIns="40850" wrap="square" tIns="4085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4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15"/>
          <p:cNvSpPr txBox="1"/>
          <p:nvPr/>
        </p:nvSpPr>
        <p:spPr>
          <a:xfrm>
            <a:off x="3663200" y="5326550"/>
            <a:ext cx="3795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3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Sauvegarde</a:t>
            </a:r>
            <a:endParaRPr sz="1125"/>
          </a:p>
        </p:txBody>
      </p:sp>
      <p:sp>
        <p:nvSpPr>
          <p:cNvPr id="178" name="Google Shape;178;p15"/>
          <p:cNvSpPr txBox="1"/>
          <p:nvPr/>
        </p:nvSpPr>
        <p:spPr>
          <a:xfrm>
            <a:off x="11955110" y="5213459"/>
            <a:ext cx="3405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46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397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6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9" name="Google Shape;179;p15"/>
          <p:cNvSpPr txBox="1"/>
          <p:nvPr/>
        </p:nvSpPr>
        <p:spPr>
          <a:xfrm>
            <a:off x="8611125" y="5187048"/>
            <a:ext cx="24177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6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endParaRPr sz="397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80" name="Google Shape;180;p15"/>
          <p:cNvGrpSpPr/>
          <p:nvPr/>
        </p:nvGrpSpPr>
        <p:grpSpPr>
          <a:xfrm>
            <a:off x="2111150" y="5925024"/>
            <a:ext cx="6043086" cy="595706"/>
            <a:chOff x="0" y="-38100"/>
            <a:chExt cx="4607064" cy="595289"/>
          </a:xfrm>
        </p:grpSpPr>
        <p:sp>
          <p:nvSpPr>
            <p:cNvPr id="181" name="Google Shape;181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4B0B"/>
            </a:solidFill>
            <a:ln>
              <a:noFill/>
            </a:ln>
          </p:spPr>
        </p:sp>
        <p:sp>
          <p:nvSpPr>
            <p:cNvPr id="182" name="Google Shape;182;p15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850" lIns="40850" spcFirstLastPara="1" rIns="40850" wrap="square" tIns="4085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4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3" name="Google Shape;183;p15"/>
          <p:cNvSpPr txBox="1"/>
          <p:nvPr/>
        </p:nvSpPr>
        <p:spPr>
          <a:xfrm>
            <a:off x="3663200" y="6082625"/>
            <a:ext cx="3795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3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Dépannage</a:t>
            </a:r>
            <a:endParaRPr sz="1125"/>
          </a:p>
        </p:txBody>
      </p:sp>
      <p:sp>
        <p:nvSpPr>
          <p:cNvPr id="184" name="Google Shape;184;p15"/>
          <p:cNvSpPr txBox="1"/>
          <p:nvPr/>
        </p:nvSpPr>
        <p:spPr>
          <a:xfrm>
            <a:off x="11955110" y="5969534"/>
            <a:ext cx="3405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46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397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6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5" name="Google Shape;185;p15"/>
          <p:cNvSpPr txBox="1"/>
          <p:nvPr/>
        </p:nvSpPr>
        <p:spPr>
          <a:xfrm>
            <a:off x="8611125" y="5943123"/>
            <a:ext cx="24177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6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endParaRPr sz="397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86" name="Google Shape;186;p15"/>
          <p:cNvGrpSpPr/>
          <p:nvPr/>
        </p:nvGrpSpPr>
        <p:grpSpPr>
          <a:xfrm>
            <a:off x="2111150" y="6690299"/>
            <a:ext cx="6043086" cy="595706"/>
            <a:chOff x="0" y="-38100"/>
            <a:chExt cx="4607064" cy="595289"/>
          </a:xfrm>
        </p:grpSpPr>
        <p:sp>
          <p:nvSpPr>
            <p:cNvPr id="187" name="Google Shape;187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</p:sp>
        <p:sp>
          <p:nvSpPr>
            <p:cNvPr id="188" name="Google Shape;188;p15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850" lIns="40850" spcFirstLastPara="1" rIns="40850" wrap="square" tIns="4085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4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15"/>
          <p:cNvSpPr txBox="1"/>
          <p:nvPr/>
        </p:nvSpPr>
        <p:spPr>
          <a:xfrm>
            <a:off x="3663200" y="6847900"/>
            <a:ext cx="3795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3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Alarme</a:t>
            </a:r>
            <a:endParaRPr sz="1125"/>
          </a:p>
        </p:txBody>
      </p:sp>
      <p:sp>
        <p:nvSpPr>
          <p:cNvPr id="190" name="Google Shape;190;p15"/>
          <p:cNvSpPr txBox="1"/>
          <p:nvPr/>
        </p:nvSpPr>
        <p:spPr>
          <a:xfrm>
            <a:off x="11955110" y="6734809"/>
            <a:ext cx="3405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46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397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8611125" y="6708398"/>
            <a:ext cx="24177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6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endParaRPr sz="397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92" name="Google Shape;192;p15"/>
          <p:cNvGrpSpPr/>
          <p:nvPr/>
        </p:nvGrpSpPr>
        <p:grpSpPr>
          <a:xfrm>
            <a:off x="2111150" y="7437474"/>
            <a:ext cx="6043086" cy="595706"/>
            <a:chOff x="0" y="-38100"/>
            <a:chExt cx="4607064" cy="595289"/>
          </a:xfrm>
        </p:grpSpPr>
        <p:sp>
          <p:nvSpPr>
            <p:cNvPr id="193" name="Google Shape;193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</p:sp>
        <p:sp>
          <p:nvSpPr>
            <p:cNvPr id="194" name="Google Shape;194;p15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850" lIns="40850" spcFirstLastPara="1" rIns="40850" wrap="square" tIns="4085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4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5" name="Google Shape;195;p15"/>
          <p:cNvSpPr txBox="1"/>
          <p:nvPr/>
        </p:nvSpPr>
        <p:spPr>
          <a:xfrm>
            <a:off x="3663200" y="7595075"/>
            <a:ext cx="3795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3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Wifi</a:t>
            </a:r>
            <a:endParaRPr sz="1125"/>
          </a:p>
        </p:txBody>
      </p:sp>
      <p:sp>
        <p:nvSpPr>
          <p:cNvPr id="196" name="Google Shape;196;p15"/>
          <p:cNvSpPr txBox="1"/>
          <p:nvPr/>
        </p:nvSpPr>
        <p:spPr>
          <a:xfrm>
            <a:off x="11955110" y="7481984"/>
            <a:ext cx="3405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46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397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6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7" name="Google Shape;197;p15"/>
          <p:cNvSpPr txBox="1"/>
          <p:nvPr/>
        </p:nvSpPr>
        <p:spPr>
          <a:xfrm>
            <a:off x="8611125" y="7455573"/>
            <a:ext cx="24177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6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endParaRPr sz="397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98" name="Google Shape;198;p15"/>
          <p:cNvGrpSpPr/>
          <p:nvPr/>
        </p:nvGrpSpPr>
        <p:grpSpPr>
          <a:xfrm>
            <a:off x="2111150" y="8235612"/>
            <a:ext cx="6043086" cy="595706"/>
            <a:chOff x="0" y="-38100"/>
            <a:chExt cx="4607064" cy="595289"/>
          </a:xfrm>
        </p:grpSpPr>
        <p:sp>
          <p:nvSpPr>
            <p:cNvPr id="199" name="Google Shape;199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</p:sp>
        <p:sp>
          <p:nvSpPr>
            <p:cNvPr id="200" name="Google Shape;200;p15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850" lIns="40850" spcFirstLastPara="1" rIns="40850" wrap="square" tIns="4085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4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" name="Google Shape;201;p15"/>
          <p:cNvSpPr/>
          <p:nvPr/>
        </p:nvSpPr>
        <p:spPr>
          <a:xfrm>
            <a:off x="3149251" y="8355876"/>
            <a:ext cx="513945" cy="355184"/>
          </a:xfrm>
          <a:custGeom>
            <a:rect b="b" l="l" r="r" t="t"/>
            <a:pathLst>
              <a:path extrusionOk="0" h="651714" w="781666">
                <a:moveTo>
                  <a:pt x="0" y="0"/>
                </a:moveTo>
                <a:lnTo>
                  <a:pt x="781666" y="0"/>
                </a:lnTo>
                <a:lnTo>
                  <a:pt x="781666" y="651714"/>
                </a:lnTo>
                <a:lnTo>
                  <a:pt x="0" y="6517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2" name="Google Shape;202;p15"/>
          <p:cNvSpPr txBox="1"/>
          <p:nvPr/>
        </p:nvSpPr>
        <p:spPr>
          <a:xfrm>
            <a:off x="3663200" y="8393213"/>
            <a:ext cx="3795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3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Diffusion totale des publicités</a:t>
            </a:r>
            <a:endParaRPr sz="1125"/>
          </a:p>
        </p:txBody>
      </p:sp>
      <p:sp>
        <p:nvSpPr>
          <p:cNvPr id="203" name="Google Shape;203;p15"/>
          <p:cNvSpPr txBox="1"/>
          <p:nvPr/>
        </p:nvSpPr>
        <p:spPr>
          <a:xfrm>
            <a:off x="11970735" y="8323396"/>
            <a:ext cx="3405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{{diff_all}}</a:t>
            </a:r>
            <a:endParaRPr sz="3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4" name="Google Shape;204;p15"/>
          <p:cNvSpPr txBox="1"/>
          <p:nvPr/>
        </p:nvSpPr>
        <p:spPr>
          <a:xfrm>
            <a:off x="8384600" y="8297000"/>
            <a:ext cx="29289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{{diff_last}}</a:t>
            </a:r>
            <a:endParaRPr sz="3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05" name="Google Shape;205;p15"/>
          <p:cNvGrpSpPr/>
          <p:nvPr/>
        </p:nvGrpSpPr>
        <p:grpSpPr>
          <a:xfrm>
            <a:off x="2111150" y="9120324"/>
            <a:ext cx="6043086" cy="595706"/>
            <a:chOff x="0" y="-38100"/>
            <a:chExt cx="4607064" cy="595289"/>
          </a:xfrm>
        </p:grpSpPr>
        <p:sp>
          <p:nvSpPr>
            <p:cNvPr id="206" name="Google Shape;206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4E13"/>
            </a:solidFill>
            <a:ln>
              <a:noFill/>
            </a:ln>
          </p:spPr>
        </p:sp>
        <p:sp>
          <p:nvSpPr>
            <p:cNvPr id="207" name="Google Shape;207;p15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850" lIns="40850" spcFirstLastPara="1" rIns="40850" wrap="square" tIns="4085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4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8" name="Google Shape;208;p15"/>
          <p:cNvSpPr txBox="1"/>
          <p:nvPr/>
        </p:nvSpPr>
        <p:spPr>
          <a:xfrm>
            <a:off x="3663200" y="9277925"/>
            <a:ext cx="3795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3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Total des clics sur les publicités</a:t>
            </a:r>
            <a:endParaRPr sz="1125"/>
          </a:p>
        </p:txBody>
      </p:sp>
      <p:sp>
        <p:nvSpPr>
          <p:cNvPr id="209" name="Google Shape;209;p15"/>
          <p:cNvSpPr txBox="1"/>
          <p:nvPr/>
        </p:nvSpPr>
        <p:spPr>
          <a:xfrm>
            <a:off x="11955110" y="9164834"/>
            <a:ext cx="3405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{{allclics}}</a:t>
            </a:r>
            <a:endParaRPr sz="3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0" name="Google Shape;210;p15"/>
          <p:cNvSpPr txBox="1"/>
          <p:nvPr/>
        </p:nvSpPr>
        <p:spPr>
          <a:xfrm>
            <a:off x="8421800" y="9164825"/>
            <a:ext cx="28545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{{allclicslast}}</a:t>
            </a:r>
            <a:endParaRPr sz="3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1" name="Google Shape;211;p15"/>
          <p:cNvSpPr/>
          <p:nvPr/>
        </p:nvSpPr>
        <p:spPr>
          <a:xfrm>
            <a:off x="3215748" y="9222172"/>
            <a:ext cx="380966" cy="418392"/>
          </a:xfrm>
          <a:custGeom>
            <a:rect b="b" l="l" r="r" t="t"/>
            <a:pathLst>
              <a:path extrusionOk="0" h="524629" w="394783">
                <a:moveTo>
                  <a:pt x="0" y="0"/>
                </a:moveTo>
                <a:lnTo>
                  <a:pt x="394783" y="0"/>
                </a:lnTo>
                <a:lnTo>
                  <a:pt x="394783" y="524629"/>
                </a:lnTo>
                <a:lnTo>
                  <a:pt x="0" y="524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12" name="Google Shape;212;p15" title="accueil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053475" y="3007888"/>
            <a:ext cx="380975" cy="3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5" title="video-games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913100" y="3737700"/>
            <a:ext cx="460288" cy="460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5" title="software-developm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545000" y="4493775"/>
            <a:ext cx="460300" cy="46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5" title="sauvegarder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852575" y="5301488"/>
            <a:ext cx="380975" cy="3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5" title="tournevis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913100" y="6036975"/>
            <a:ext cx="380975" cy="3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5" title="sirene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182050" y="6811375"/>
            <a:ext cx="390275" cy="39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5" title="wifi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294075" y="7597450"/>
            <a:ext cx="326700" cy="32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24" name="Google Shape;224;p16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225" name="Google Shape;225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26" name="Google Shape;226;p16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p16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228" name="Google Shape;228;p16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29" name="Google Shape;229;p16"/>
          <p:cNvGrpSpPr/>
          <p:nvPr/>
        </p:nvGrpSpPr>
        <p:grpSpPr>
          <a:xfrm>
            <a:off x="251950" y="4801512"/>
            <a:ext cx="4320044" cy="683987"/>
            <a:chOff x="0" y="-38100"/>
            <a:chExt cx="4607064" cy="595289"/>
          </a:xfrm>
        </p:grpSpPr>
        <p:sp>
          <p:nvSpPr>
            <p:cNvPr id="230" name="Google Shape;230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5DA0"/>
            </a:solidFill>
            <a:ln>
              <a:noFill/>
            </a:ln>
          </p:spPr>
        </p:sp>
        <p:sp>
          <p:nvSpPr>
            <p:cNvPr id="231" name="Google Shape;231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9375" lIns="39375" spcFirstLastPara="1" rIns="39375" wrap="square" tIns="393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9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2" name="Google Shape;232;p16"/>
          <p:cNvSpPr txBox="1"/>
          <p:nvPr/>
        </p:nvSpPr>
        <p:spPr>
          <a:xfrm>
            <a:off x="1270297" y="4999213"/>
            <a:ext cx="26625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70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Formulaires</a:t>
            </a:r>
            <a:endParaRPr sz="1085"/>
          </a:p>
        </p:txBody>
      </p:sp>
      <p:sp>
        <p:nvSpPr>
          <p:cNvPr id="233" name="Google Shape;233;p16"/>
          <p:cNvSpPr txBox="1"/>
          <p:nvPr/>
        </p:nvSpPr>
        <p:spPr>
          <a:xfrm>
            <a:off x="7371071" y="4131000"/>
            <a:ext cx="17157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91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191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4" name="Google Shape;234;p16"/>
          <p:cNvSpPr txBox="1"/>
          <p:nvPr/>
        </p:nvSpPr>
        <p:spPr>
          <a:xfrm>
            <a:off x="4818800" y="4131000"/>
            <a:ext cx="19578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91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 sz="1262">
              <a:solidFill>
                <a:srgbClr val="000000"/>
              </a:solidFill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5" name="Google Shape;235;p16"/>
          <p:cNvSpPr txBox="1"/>
          <p:nvPr/>
        </p:nvSpPr>
        <p:spPr>
          <a:xfrm>
            <a:off x="4818800" y="4890900"/>
            <a:ext cx="19578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2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{{formL}}</a:t>
            </a:r>
            <a:endParaRPr sz="336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6" name="Google Shape;236;p16"/>
          <p:cNvSpPr txBox="1"/>
          <p:nvPr/>
        </p:nvSpPr>
        <p:spPr>
          <a:xfrm>
            <a:off x="7342277" y="4905926"/>
            <a:ext cx="17733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2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{{form}}</a:t>
            </a:r>
            <a:endParaRPr sz="3282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7" name="Google Shape;237;p16"/>
          <p:cNvSpPr/>
          <p:nvPr/>
        </p:nvSpPr>
        <p:spPr>
          <a:xfrm>
            <a:off x="647031" y="4964459"/>
            <a:ext cx="481336" cy="358083"/>
          </a:xfrm>
          <a:custGeom>
            <a:rect b="b" l="l" r="r" t="t"/>
            <a:pathLst>
              <a:path extrusionOk="0" h="518961" w="518961">
                <a:moveTo>
                  <a:pt x="0" y="0"/>
                </a:moveTo>
                <a:lnTo>
                  <a:pt x="518961" y="0"/>
                </a:lnTo>
                <a:lnTo>
                  <a:pt x="518961" y="518960"/>
                </a:lnTo>
                <a:lnTo>
                  <a:pt x="0" y="518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38" name="Google Shape;238;p16"/>
          <p:cNvGrpSpPr/>
          <p:nvPr/>
        </p:nvGrpSpPr>
        <p:grpSpPr>
          <a:xfrm>
            <a:off x="9708731" y="3612887"/>
            <a:ext cx="4121940" cy="683987"/>
            <a:chOff x="0" y="-38100"/>
            <a:chExt cx="4607064" cy="595289"/>
          </a:xfrm>
        </p:grpSpPr>
        <p:sp>
          <p:nvSpPr>
            <p:cNvPr id="239" name="Google Shape;239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</p:sp>
        <p:sp>
          <p:nvSpPr>
            <p:cNvPr id="240" name="Google Shape;240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9375" lIns="39375" spcFirstLastPara="1" rIns="39375" wrap="square" tIns="393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9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" name="Google Shape;241;p16"/>
          <p:cNvSpPr txBox="1"/>
          <p:nvPr/>
        </p:nvSpPr>
        <p:spPr>
          <a:xfrm>
            <a:off x="10680429" y="3810588"/>
            <a:ext cx="25404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70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PC GAMER</a:t>
            </a:r>
            <a:endParaRPr sz="1085"/>
          </a:p>
        </p:txBody>
      </p:sp>
      <p:sp>
        <p:nvSpPr>
          <p:cNvPr id="242" name="Google Shape;242;p16"/>
          <p:cNvSpPr txBox="1"/>
          <p:nvPr/>
        </p:nvSpPr>
        <p:spPr>
          <a:xfrm>
            <a:off x="16501733" y="2942375"/>
            <a:ext cx="16371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91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191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3" name="Google Shape;243;p16"/>
          <p:cNvSpPr txBox="1"/>
          <p:nvPr/>
        </p:nvSpPr>
        <p:spPr>
          <a:xfrm>
            <a:off x="14066378" y="2942375"/>
            <a:ext cx="18681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91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 sz="1262">
              <a:solidFill>
                <a:srgbClr val="000000"/>
              </a:solidFill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4" name="Google Shape;244;p16"/>
          <p:cNvSpPr txBox="1"/>
          <p:nvPr/>
        </p:nvSpPr>
        <p:spPr>
          <a:xfrm>
            <a:off x="14272627" y="3717300"/>
            <a:ext cx="14556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6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endParaRPr sz="1070"/>
          </a:p>
        </p:txBody>
      </p:sp>
      <p:sp>
        <p:nvSpPr>
          <p:cNvPr id="245" name="Google Shape;245;p16"/>
          <p:cNvSpPr txBox="1"/>
          <p:nvPr/>
        </p:nvSpPr>
        <p:spPr>
          <a:xfrm>
            <a:off x="16474258" y="3717301"/>
            <a:ext cx="16920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8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endParaRPr sz="1045"/>
          </a:p>
        </p:txBody>
      </p:sp>
      <p:sp>
        <p:nvSpPr>
          <p:cNvPr id="246" name="Google Shape;246;p16"/>
          <p:cNvSpPr/>
          <p:nvPr/>
        </p:nvSpPr>
        <p:spPr>
          <a:xfrm>
            <a:off x="10085713" y="3775834"/>
            <a:ext cx="459280" cy="358083"/>
          </a:xfrm>
          <a:custGeom>
            <a:rect b="b" l="l" r="r" t="t"/>
            <a:pathLst>
              <a:path extrusionOk="0" h="518961" w="518961">
                <a:moveTo>
                  <a:pt x="0" y="0"/>
                </a:moveTo>
                <a:lnTo>
                  <a:pt x="518961" y="0"/>
                </a:lnTo>
                <a:lnTo>
                  <a:pt x="518961" y="518960"/>
                </a:lnTo>
                <a:lnTo>
                  <a:pt x="0" y="518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7" name="Google Shape;247;p16"/>
          <p:cNvGrpSpPr/>
          <p:nvPr/>
        </p:nvGrpSpPr>
        <p:grpSpPr>
          <a:xfrm>
            <a:off x="9681250" y="5586450"/>
            <a:ext cx="4121940" cy="683987"/>
            <a:chOff x="0" y="-38100"/>
            <a:chExt cx="4607064" cy="595289"/>
          </a:xfrm>
        </p:grpSpPr>
        <p:sp>
          <p:nvSpPr>
            <p:cNvPr id="248" name="Google Shape;248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</p:sp>
        <p:sp>
          <p:nvSpPr>
            <p:cNvPr id="249" name="Google Shape;249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9375" lIns="39375" spcFirstLastPara="1" rIns="39375" wrap="square" tIns="393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9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0" name="Google Shape;250;p16"/>
          <p:cNvSpPr txBox="1"/>
          <p:nvPr/>
        </p:nvSpPr>
        <p:spPr>
          <a:xfrm>
            <a:off x="10652948" y="5784151"/>
            <a:ext cx="25404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70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DÉPANNAGE</a:t>
            </a:r>
            <a:endParaRPr sz="1085"/>
          </a:p>
        </p:txBody>
      </p:sp>
      <p:sp>
        <p:nvSpPr>
          <p:cNvPr id="251" name="Google Shape;251;p16"/>
          <p:cNvSpPr txBox="1"/>
          <p:nvPr/>
        </p:nvSpPr>
        <p:spPr>
          <a:xfrm>
            <a:off x="14245146" y="5690863"/>
            <a:ext cx="14556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6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endParaRPr sz="1070"/>
          </a:p>
        </p:txBody>
      </p:sp>
      <p:sp>
        <p:nvSpPr>
          <p:cNvPr id="252" name="Google Shape;252;p16"/>
          <p:cNvSpPr txBox="1"/>
          <p:nvPr/>
        </p:nvSpPr>
        <p:spPr>
          <a:xfrm>
            <a:off x="16446777" y="5690864"/>
            <a:ext cx="16920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8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endParaRPr sz="1045"/>
          </a:p>
        </p:txBody>
      </p:sp>
      <p:sp>
        <p:nvSpPr>
          <p:cNvPr id="253" name="Google Shape;253;p16"/>
          <p:cNvSpPr/>
          <p:nvPr/>
        </p:nvSpPr>
        <p:spPr>
          <a:xfrm>
            <a:off x="10058233" y="5749397"/>
            <a:ext cx="459280" cy="358083"/>
          </a:xfrm>
          <a:custGeom>
            <a:rect b="b" l="l" r="r" t="t"/>
            <a:pathLst>
              <a:path extrusionOk="0" h="518961" w="518961">
                <a:moveTo>
                  <a:pt x="0" y="0"/>
                </a:moveTo>
                <a:lnTo>
                  <a:pt x="518961" y="0"/>
                </a:lnTo>
                <a:lnTo>
                  <a:pt x="518961" y="518960"/>
                </a:lnTo>
                <a:lnTo>
                  <a:pt x="0" y="518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54" name="Google Shape;254;p16"/>
          <p:cNvGrpSpPr/>
          <p:nvPr/>
        </p:nvGrpSpPr>
        <p:grpSpPr>
          <a:xfrm>
            <a:off x="9708731" y="7727688"/>
            <a:ext cx="4121940" cy="683987"/>
            <a:chOff x="0" y="-38100"/>
            <a:chExt cx="4607064" cy="595289"/>
          </a:xfrm>
        </p:grpSpPr>
        <p:sp>
          <p:nvSpPr>
            <p:cNvPr id="255" name="Google Shape;255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9EEB"/>
            </a:solidFill>
            <a:ln>
              <a:noFill/>
            </a:ln>
          </p:spPr>
        </p:sp>
        <p:sp>
          <p:nvSpPr>
            <p:cNvPr id="256" name="Google Shape;256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9375" lIns="39375" spcFirstLastPara="1" rIns="39375" wrap="square" tIns="393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9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7" name="Google Shape;257;p16"/>
          <p:cNvSpPr txBox="1"/>
          <p:nvPr/>
        </p:nvSpPr>
        <p:spPr>
          <a:xfrm>
            <a:off x="10680429" y="7925389"/>
            <a:ext cx="25404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70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CONTACT</a:t>
            </a:r>
            <a:endParaRPr sz="1085"/>
          </a:p>
        </p:txBody>
      </p:sp>
      <p:sp>
        <p:nvSpPr>
          <p:cNvPr id="258" name="Google Shape;258;p16"/>
          <p:cNvSpPr txBox="1"/>
          <p:nvPr/>
        </p:nvSpPr>
        <p:spPr>
          <a:xfrm>
            <a:off x="14272627" y="7832101"/>
            <a:ext cx="14556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6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endParaRPr sz="1070"/>
          </a:p>
        </p:txBody>
      </p:sp>
      <p:sp>
        <p:nvSpPr>
          <p:cNvPr id="259" name="Google Shape;259;p16"/>
          <p:cNvSpPr txBox="1"/>
          <p:nvPr/>
        </p:nvSpPr>
        <p:spPr>
          <a:xfrm>
            <a:off x="16474258" y="7832102"/>
            <a:ext cx="16920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8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endParaRPr sz="1045"/>
          </a:p>
        </p:txBody>
      </p:sp>
      <p:sp>
        <p:nvSpPr>
          <p:cNvPr id="260" name="Google Shape;260;p16"/>
          <p:cNvSpPr/>
          <p:nvPr/>
        </p:nvSpPr>
        <p:spPr>
          <a:xfrm>
            <a:off x="10085713" y="7890635"/>
            <a:ext cx="459280" cy="358083"/>
          </a:xfrm>
          <a:custGeom>
            <a:rect b="b" l="l" r="r" t="t"/>
            <a:pathLst>
              <a:path extrusionOk="0" h="518961" w="518961">
                <a:moveTo>
                  <a:pt x="0" y="0"/>
                </a:moveTo>
                <a:lnTo>
                  <a:pt x="518961" y="0"/>
                </a:lnTo>
                <a:lnTo>
                  <a:pt x="518961" y="518960"/>
                </a:lnTo>
                <a:lnTo>
                  <a:pt x="0" y="518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1" name="Google Shape;261;p16"/>
          <p:cNvSpPr txBox="1"/>
          <p:nvPr/>
        </p:nvSpPr>
        <p:spPr>
          <a:xfrm>
            <a:off x="2879420" y="716319"/>
            <a:ext cx="12529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7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267" name="Google Shape;267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8" name="Google Shape;268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69" name="Google Shape;269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70" name="Google Shape;270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1" name="Google Shape;271;p17"/>
          <p:cNvGrpSpPr/>
          <p:nvPr/>
        </p:nvGrpSpPr>
        <p:grpSpPr>
          <a:xfrm>
            <a:off x="1487937" y="3335072"/>
            <a:ext cx="6503792" cy="867262"/>
            <a:chOff x="0" y="-57150"/>
            <a:chExt cx="4607064" cy="614339"/>
          </a:xfrm>
        </p:grpSpPr>
        <p:sp>
          <p:nvSpPr>
            <p:cNvPr id="272" name="Google Shape;272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73" name="Google Shape;273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4" name="Google Shape;274;p17"/>
          <p:cNvGrpSpPr/>
          <p:nvPr/>
        </p:nvGrpSpPr>
        <p:grpSpPr>
          <a:xfrm>
            <a:off x="1487937" y="4534871"/>
            <a:ext cx="6503792" cy="867262"/>
            <a:chOff x="0" y="-57150"/>
            <a:chExt cx="4607064" cy="614339"/>
          </a:xfrm>
        </p:grpSpPr>
        <p:sp>
          <p:nvSpPr>
            <p:cNvPr id="275" name="Google Shape;275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76" name="Google Shape;276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7" name="Google Shape;277;p17"/>
          <p:cNvGrpSpPr/>
          <p:nvPr/>
        </p:nvGrpSpPr>
        <p:grpSpPr>
          <a:xfrm>
            <a:off x="1301230" y="8574416"/>
            <a:ext cx="6503792" cy="840369"/>
            <a:chOff x="0" y="-38100"/>
            <a:chExt cx="4607064" cy="595289"/>
          </a:xfrm>
        </p:grpSpPr>
        <p:sp>
          <p:nvSpPr>
            <p:cNvPr id="278" name="Google Shape;278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79" name="Google Shape;279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0" name="Google Shape;280;p17"/>
          <p:cNvSpPr/>
          <p:nvPr/>
        </p:nvSpPr>
        <p:spPr>
          <a:xfrm>
            <a:off x="2790945" y="480701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1" name="Google Shape;281;p17"/>
          <p:cNvSpPr/>
          <p:nvPr/>
        </p:nvSpPr>
        <p:spPr>
          <a:xfrm>
            <a:off x="2228387" y="351638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2" name="Google Shape;282;p17"/>
          <p:cNvSpPr txBox="1"/>
          <p:nvPr/>
        </p:nvSpPr>
        <p:spPr>
          <a:xfrm>
            <a:off x="2387976" y="4770300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Search</a:t>
            </a:r>
            <a:endParaRPr/>
          </a:p>
        </p:txBody>
      </p:sp>
      <p:sp>
        <p:nvSpPr>
          <p:cNvPr id="283" name="Google Shape;283;p17"/>
          <p:cNvSpPr txBox="1"/>
          <p:nvPr/>
        </p:nvSpPr>
        <p:spPr>
          <a:xfrm>
            <a:off x="2421087" y="357050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Google ADS</a:t>
            </a:r>
            <a:endParaRPr/>
          </a:p>
        </p:txBody>
      </p:sp>
      <p:sp>
        <p:nvSpPr>
          <p:cNvPr id="284" name="Google Shape;284;p17"/>
          <p:cNvSpPr txBox="1"/>
          <p:nvPr/>
        </p:nvSpPr>
        <p:spPr>
          <a:xfrm>
            <a:off x="2387970" y="8820297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</a:t>
            </a:r>
            <a:endParaRPr/>
          </a:p>
        </p:txBody>
      </p:sp>
      <p:grpSp>
        <p:nvGrpSpPr>
          <p:cNvPr id="285" name="Google Shape;285;p17"/>
          <p:cNvGrpSpPr/>
          <p:nvPr/>
        </p:nvGrpSpPr>
        <p:grpSpPr>
          <a:xfrm>
            <a:off x="1331284" y="7167191"/>
            <a:ext cx="6456339" cy="860935"/>
            <a:chOff x="0" y="-57150"/>
            <a:chExt cx="4607064" cy="614339"/>
          </a:xfrm>
        </p:grpSpPr>
        <p:sp>
          <p:nvSpPr>
            <p:cNvPr id="286" name="Google Shape;286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87" name="Google Shape;287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8" name="Google Shape;288;p17"/>
          <p:cNvSpPr txBox="1"/>
          <p:nvPr/>
        </p:nvSpPr>
        <p:spPr>
          <a:xfrm>
            <a:off x="2653566" y="7406121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</a:t>
            </a: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Google ADS</a:t>
            </a:r>
            <a:endParaRPr/>
          </a:p>
        </p:txBody>
      </p:sp>
      <p:cxnSp>
        <p:nvCxnSpPr>
          <p:cNvPr id="289" name="Google Shape;289;p17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90" name="Google Shape;290;p17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91" name="Google Shape;291;p17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2" name="Google Shape;292;p17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3" name="Google Shape;293;p17"/>
          <p:cNvSpPr txBox="1"/>
          <p:nvPr/>
        </p:nvSpPr>
        <p:spPr>
          <a:xfrm>
            <a:off x="94107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294" name="Google Shape;294;p17"/>
          <p:cNvGrpSpPr/>
          <p:nvPr/>
        </p:nvGrpSpPr>
        <p:grpSpPr>
          <a:xfrm>
            <a:off x="1453630" y="5872237"/>
            <a:ext cx="6503792" cy="840369"/>
            <a:chOff x="0" y="-38100"/>
            <a:chExt cx="4607064" cy="595289"/>
          </a:xfrm>
        </p:grpSpPr>
        <p:sp>
          <p:nvSpPr>
            <p:cNvPr id="295" name="Google Shape;295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96" name="Google Shape;296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7" name="Google Shape;297;p17"/>
          <p:cNvSpPr/>
          <p:nvPr/>
        </p:nvSpPr>
        <p:spPr>
          <a:xfrm>
            <a:off x="2160824" y="5974214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8" name="Google Shape;298;p17"/>
          <p:cNvSpPr txBox="1"/>
          <p:nvPr/>
        </p:nvSpPr>
        <p:spPr>
          <a:xfrm>
            <a:off x="2537770" y="6060193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PerfMax</a:t>
            </a:r>
            <a:endParaRPr/>
          </a:p>
        </p:txBody>
      </p:sp>
      <p:sp>
        <p:nvSpPr>
          <p:cNvPr id="299" name="Google Shape;299;p17"/>
          <p:cNvSpPr txBox="1"/>
          <p:nvPr/>
        </p:nvSpPr>
        <p:spPr>
          <a:xfrm>
            <a:off x="13272075" y="2856875"/>
            <a:ext cx="4234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0" name="Google Shape;300;p17"/>
          <p:cNvSpPr txBox="1"/>
          <p:nvPr/>
        </p:nvSpPr>
        <p:spPr>
          <a:xfrm>
            <a:off x="9499375" y="2856875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/>
          </a:p>
        </p:txBody>
      </p:sp>
      <p:pic>
        <p:nvPicPr>
          <p:cNvPr id="301" name="Google Shape;301;p17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53575" y="7297288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17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741125" y="86898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7"/>
          <p:cNvSpPr txBox="1"/>
          <p:nvPr/>
        </p:nvSpPr>
        <p:spPr>
          <a:xfrm>
            <a:off x="12498712" y="33518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{{imprG}}</a:t>
            </a:r>
            <a:endParaRPr/>
          </a:p>
        </p:txBody>
      </p:sp>
      <p:sp>
        <p:nvSpPr>
          <p:cNvPr id="304" name="Google Shape;304;p17"/>
          <p:cNvSpPr txBox="1"/>
          <p:nvPr/>
        </p:nvSpPr>
        <p:spPr>
          <a:xfrm>
            <a:off x="12498713" y="47227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{{searchG}}</a:t>
            </a:r>
            <a:endParaRPr/>
          </a:p>
        </p:txBody>
      </p:sp>
      <p:sp>
        <p:nvSpPr>
          <p:cNvPr id="305" name="Google Shape;305;p17"/>
          <p:cNvSpPr txBox="1"/>
          <p:nvPr/>
        </p:nvSpPr>
        <p:spPr>
          <a:xfrm>
            <a:off x="12498713" y="74635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{{coutG}}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06" name="Google Shape;306;p17"/>
          <p:cNvSpPr txBox="1"/>
          <p:nvPr/>
        </p:nvSpPr>
        <p:spPr>
          <a:xfrm>
            <a:off x="12498713" y="892356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{{cpcG}}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07" name="Google Shape;307;p17"/>
          <p:cNvSpPr txBox="1"/>
          <p:nvPr/>
        </p:nvSpPr>
        <p:spPr>
          <a:xfrm>
            <a:off x="8514112" y="33518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{{imprGlast}}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8" name="Google Shape;308;p17"/>
          <p:cNvSpPr txBox="1"/>
          <p:nvPr/>
        </p:nvSpPr>
        <p:spPr>
          <a:xfrm>
            <a:off x="8514122" y="47227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{{searchGlast}}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9" name="Google Shape;309;p17"/>
          <p:cNvSpPr txBox="1"/>
          <p:nvPr/>
        </p:nvSpPr>
        <p:spPr>
          <a:xfrm>
            <a:off x="8514112" y="74635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{{coutGlast}}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0" name="Google Shape;310;p17"/>
          <p:cNvSpPr txBox="1"/>
          <p:nvPr/>
        </p:nvSpPr>
        <p:spPr>
          <a:xfrm>
            <a:off x="8514113" y="892356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{{cpcGlast}}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1" name="Google Shape;311;p17"/>
          <p:cNvSpPr txBox="1"/>
          <p:nvPr/>
        </p:nvSpPr>
        <p:spPr>
          <a:xfrm>
            <a:off x="12498713" y="5958388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{{clicPM}}</a:t>
            </a:r>
            <a:endParaRPr/>
          </a:p>
        </p:txBody>
      </p:sp>
      <p:sp>
        <p:nvSpPr>
          <p:cNvPr id="312" name="Google Shape;312;p17"/>
          <p:cNvSpPr txBox="1"/>
          <p:nvPr/>
        </p:nvSpPr>
        <p:spPr>
          <a:xfrm>
            <a:off x="8398913" y="5987625"/>
            <a:ext cx="4215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{{clicPMLast}}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8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318" name="Google Shape;318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19" name="Google Shape;319;p18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20" name="Google Shape;320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21" name="Google Shape;321;p18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2" name="Google Shape;322;p18"/>
          <p:cNvGrpSpPr/>
          <p:nvPr/>
        </p:nvGrpSpPr>
        <p:grpSpPr>
          <a:xfrm>
            <a:off x="819187" y="3520722"/>
            <a:ext cx="6503792" cy="867262"/>
            <a:chOff x="0" y="-57150"/>
            <a:chExt cx="4607064" cy="614339"/>
          </a:xfrm>
        </p:grpSpPr>
        <p:sp>
          <p:nvSpPr>
            <p:cNvPr id="323" name="Google Shape;323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324" name="Google Shape;324;p18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5" name="Google Shape;325;p18"/>
          <p:cNvGrpSpPr/>
          <p:nvPr/>
        </p:nvGrpSpPr>
        <p:grpSpPr>
          <a:xfrm>
            <a:off x="819187" y="4998146"/>
            <a:ext cx="6503792" cy="867262"/>
            <a:chOff x="0" y="-57150"/>
            <a:chExt cx="4607064" cy="614339"/>
          </a:xfrm>
        </p:grpSpPr>
        <p:sp>
          <p:nvSpPr>
            <p:cNvPr id="326" name="Google Shape;326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327" name="Google Shape;327;p18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8" name="Google Shape;328;p18"/>
          <p:cNvSpPr/>
          <p:nvPr/>
        </p:nvSpPr>
        <p:spPr>
          <a:xfrm>
            <a:off x="2265433" y="527804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9" name="Google Shape;329;p18"/>
          <p:cNvSpPr/>
          <p:nvPr/>
        </p:nvSpPr>
        <p:spPr>
          <a:xfrm>
            <a:off x="1727487" y="371753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0" name="Google Shape;330;p18"/>
          <p:cNvSpPr txBox="1"/>
          <p:nvPr/>
        </p:nvSpPr>
        <p:spPr>
          <a:xfrm>
            <a:off x="1719226" y="5233575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331" name="Google Shape;331;p18"/>
          <p:cNvSpPr txBox="1"/>
          <p:nvPr/>
        </p:nvSpPr>
        <p:spPr>
          <a:xfrm>
            <a:off x="1752337" y="375615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grpSp>
        <p:nvGrpSpPr>
          <p:cNvPr id="332" name="Google Shape;332;p18"/>
          <p:cNvGrpSpPr/>
          <p:nvPr/>
        </p:nvGrpSpPr>
        <p:grpSpPr>
          <a:xfrm>
            <a:off x="842909" y="8006016"/>
            <a:ext cx="6456339" cy="860935"/>
            <a:chOff x="0" y="-57150"/>
            <a:chExt cx="4607064" cy="614339"/>
          </a:xfrm>
        </p:grpSpPr>
        <p:sp>
          <p:nvSpPr>
            <p:cNvPr id="333" name="Google Shape;333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334" name="Google Shape;334;p18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5" name="Google Shape;335;p18"/>
          <p:cNvSpPr txBox="1"/>
          <p:nvPr/>
        </p:nvSpPr>
        <p:spPr>
          <a:xfrm>
            <a:off x="2165191" y="8244946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336" name="Google Shape;336;p18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37" name="Google Shape;337;p18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338" name="Google Shape;338;p18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9" name="Google Shape;339;p18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340" name="Google Shape;340;p18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341" name="Google Shape;341;p18"/>
          <p:cNvGrpSpPr/>
          <p:nvPr/>
        </p:nvGrpSpPr>
        <p:grpSpPr>
          <a:xfrm>
            <a:off x="842905" y="6475575"/>
            <a:ext cx="6503792" cy="840369"/>
            <a:chOff x="0" y="-38100"/>
            <a:chExt cx="4607064" cy="595289"/>
          </a:xfrm>
        </p:grpSpPr>
        <p:sp>
          <p:nvSpPr>
            <p:cNvPr id="342" name="Google Shape;342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343" name="Google Shape;343;p18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4" name="Google Shape;344;p18"/>
          <p:cNvSpPr/>
          <p:nvPr/>
        </p:nvSpPr>
        <p:spPr>
          <a:xfrm>
            <a:off x="2139124" y="657755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5" name="Google Shape;345;p18"/>
          <p:cNvSpPr txBox="1"/>
          <p:nvPr/>
        </p:nvSpPr>
        <p:spPr>
          <a:xfrm>
            <a:off x="1927045" y="6663530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Meta ADS</a:t>
            </a:r>
            <a:endParaRPr/>
          </a:p>
        </p:txBody>
      </p:sp>
      <p:sp>
        <p:nvSpPr>
          <p:cNvPr id="346" name="Google Shape;346;p18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7" name="Google Shape;347;p18"/>
          <p:cNvSpPr txBox="1"/>
          <p:nvPr/>
        </p:nvSpPr>
        <p:spPr>
          <a:xfrm>
            <a:off x="13314018" y="283860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8" name="Google Shape;348;p18"/>
          <p:cNvSpPr txBox="1"/>
          <p:nvPr/>
        </p:nvSpPr>
        <p:spPr>
          <a:xfrm>
            <a:off x="9505651" y="2838600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/>
          </a:p>
        </p:txBody>
      </p:sp>
      <p:pic>
        <p:nvPicPr>
          <p:cNvPr id="349" name="Google Shape;349;p18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08450" y="8148013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8"/>
          <p:cNvSpPr txBox="1"/>
          <p:nvPr/>
        </p:nvSpPr>
        <p:spPr>
          <a:xfrm>
            <a:off x="13139238" y="3621638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{{imprM}}</a:t>
            </a:r>
            <a:endParaRPr/>
          </a:p>
        </p:txBody>
      </p:sp>
      <p:sp>
        <p:nvSpPr>
          <p:cNvPr id="351" name="Google Shape;351;p18"/>
          <p:cNvSpPr txBox="1"/>
          <p:nvPr/>
        </p:nvSpPr>
        <p:spPr>
          <a:xfrm>
            <a:off x="13161588" y="5120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{{clicM}}</a:t>
            </a:r>
            <a:endParaRPr/>
          </a:p>
        </p:txBody>
      </p:sp>
      <p:sp>
        <p:nvSpPr>
          <p:cNvPr id="352" name="Google Shape;352;p18"/>
          <p:cNvSpPr txBox="1"/>
          <p:nvPr/>
        </p:nvSpPr>
        <p:spPr>
          <a:xfrm>
            <a:off x="13139242" y="6524721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{{coutM}}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53" name="Google Shape;353;p18"/>
          <p:cNvSpPr txBox="1"/>
          <p:nvPr/>
        </p:nvSpPr>
        <p:spPr>
          <a:xfrm>
            <a:off x="13139238" y="8139763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{{cpcM}}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54" name="Google Shape;354;p18"/>
          <p:cNvSpPr txBox="1"/>
          <p:nvPr/>
        </p:nvSpPr>
        <p:spPr>
          <a:xfrm>
            <a:off x="8355201" y="3621638"/>
            <a:ext cx="4063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{{imprMlast}}</a:t>
            </a:r>
            <a:endParaRPr/>
          </a:p>
        </p:txBody>
      </p:sp>
      <p:sp>
        <p:nvSpPr>
          <p:cNvPr id="355" name="Google Shape;355;p18"/>
          <p:cNvSpPr txBox="1"/>
          <p:nvPr/>
        </p:nvSpPr>
        <p:spPr>
          <a:xfrm>
            <a:off x="8524388" y="5120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{{clicMlast}}</a:t>
            </a:r>
            <a:endParaRPr/>
          </a:p>
        </p:txBody>
      </p:sp>
      <p:sp>
        <p:nvSpPr>
          <p:cNvPr id="356" name="Google Shape;356;p18"/>
          <p:cNvSpPr txBox="1"/>
          <p:nvPr/>
        </p:nvSpPr>
        <p:spPr>
          <a:xfrm>
            <a:off x="7994003" y="6506588"/>
            <a:ext cx="47859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{{coutMlast}}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57" name="Google Shape;357;p18"/>
          <p:cNvSpPr txBox="1"/>
          <p:nvPr/>
        </p:nvSpPr>
        <p:spPr>
          <a:xfrm>
            <a:off x="8149250" y="8139763"/>
            <a:ext cx="44754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{{cpcMlast}}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oogle Shape;362;p19"/>
          <p:cNvGrpSpPr/>
          <p:nvPr/>
        </p:nvGrpSpPr>
        <p:grpSpPr>
          <a:xfrm>
            <a:off x="1100213" y="3540288"/>
            <a:ext cx="6507939" cy="873825"/>
            <a:chOff x="0" y="-38100"/>
            <a:chExt cx="4607064" cy="595289"/>
          </a:xfrm>
        </p:grpSpPr>
        <p:sp>
          <p:nvSpPr>
            <p:cNvPr id="363" name="Google Shape;363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364" name="Google Shape;364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5" name="Google Shape;365;p19"/>
          <p:cNvSpPr/>
          <p:nvPr/>
        </p:nvSpPr>
        <p:spPr>
          <a:xfrm>
            <a:off x="2560799" y="3751618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6" name="Google Shape;366;p19"/>
          <p:cNvSpPr txBox="1"/>
          <p:nvPr/>
        </p:nvSpPr>
        <p:spPr>
          <a:xfrm>
            <a:off x="2327960" y="3781982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367" name="Google Shape;367;p19"/>
          <p:cNvSpPr txBox="1"/>
          <p:nvPr/>
        </p:nvSpPr>
        <p:spPr>
          <a:xfrm>
            <a:off x="4443158" y="746913"/>
            <a:ext cx="9437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grpSp>
        <p:nvGrpSpPr>
          <p:cNvPr id="368" name="Google Shape;368;p19"/>
          <p:cNvGrpSpPr/>
          <p:nvPr/>
        </p:nvGrpSpPr>
        <p:grpSpPr>
          <a:xfrm>
            <a:off x="1100214" y="4861825"/>
            <a:ext cx="6456339" cy="834238"/>
            <a:chOff x="0" y="-38100"/>
            <a:chExt cx="4607064" cy="595289"/>
          </a:xfrm>
        </p:grpSpPr>
        <p:sp>
          <p:nvSpPr>
            <p:cNvPr id="369" name="Google Shape;369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370" name="Google Shape;370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1" name="Google Shape;371;p19"/>
          <p:cNvSpPr txBox="1"/>
          <p:nvPr/>
        </p:nvSpPr>
        <p:spPr>
          <a:xfrm>
            <a:off x="2070488" y="5067404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Google ADS</a:t>
            </a:r>
            <a:endParaRPr/>
          </a:p>
        </p:txBody>
      </p:sp>
      <p:grpSp>
        <p:nvGrpSpPr>
          <p:cNvPr id="372" name="Google Shape;372;p19"/>
          <p:cNvGrpSpPr/>
          <p:nvPr/>
        </p:nvGrpSpPr>
        <p:grpSpPr>
          <a:xfrm>
            <a:off x="1151886" y="6191673"/>
            <a:ext cx="6456339" cy="834238"/>
            <a:chOff x="0" y="-38100"/>
            <a:chExt cx="4607064" cy="595289"/>
          </a:xfrm>
        </p:grpSpPr>
        <p:sp>
          <p:nvSpPr>
            <p:cNvPr id="373" name="Google Shape;373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374" name="Google Shape;374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5" name="Google Shape;375;p19"/>
          <p:cNvSpPr txBox="1"/>
          <p:nvPr/>
        </p:nvSpPr>
        <p:spPr>
          <a:xfrm>
            <a:off x="2070488" y="6376377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Meta ADS</a:t>
            </a:r>
            <a:endParaRPr/>
          </a:p>
        </p:txBody>
      </p:sp>
      <p:grpSp>
        <p:nvGrpSpPr>
          <p:cNvPr id="376" name="Google Shape;376;p19"/>
          <p:cNvGrpSpPr/>
          <p:nvPr/>
        </p:nvGrpSpPr>
        <p:grpSpPr>
          <a:xfrm>
            <a:off x="1100214" y="7490215"/>
            <a:ext cx="6456339" cy="834238"/>
            <a:chOff x="0" y="-38100"/>
            <a:chExt cx="4607064" cy="595289"/>
          </a:xfrm>
        </p:grpSpPr>
        <p:sp>
          <p:nvSpPr>
            <p:cNvPr id="377" name="Google Shape;377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378" name="Google Shape;378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9" name="Google Shape;379;p19"/>
          <p:cNvSpPr txBox="1"/>
          <p:nvPr/>
        </p:nvSpPr>
        <p:spPr>
          <a:xfrm>
            <a:off x="2177638" y="7695792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conversion majeure</a:t>
            </a:r>
            <a:endParaRPr/>
          </a:p>
        </p:txBody>
      </p:sp>
      <p:sp>
        <p:nvSpPr>
          <p:cNvPr id="380" name="Google Shape;380;p19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81" name="Google Shape;381;p19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82" name="Google Shape;382;p19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83" name="Google Shape;383;p19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4" name="Google Shape;384;p19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385" name="Google Shape;385;p19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86" name="Google Shape;386;p19"/>
          <p:cNvCxnSpPr/>
          <p:nvPr/>
        </p:nvCxnSpPr>
        <p:spPr>
          <a:xfrm rot="10800000">
            <a:off x="12938568" y="303530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87" name="Google Shape;387;p19"/>
          <p:cNvSpPr txBox="1"/>
          <p:nvPr/>
        </p:nvSpPr>
        <p:spPr>
          <a:xfrm>
            <a:off x="13573982" y="2708613"/>
            <a:ext cx="3387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8" name="Google Shape;388;p19"/>
          <p:cNvSpPr txBox="1"/>
          <p:nvPr/>
        </p:nvSpPr>
        <p:spPr>
          <a:xfrm>
            <a:off x="8968613" y="2708613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/>
          </a:p>
        </p:txBody>
      </p:sp>
      <p:sp>
        <p:nvSpPr>
          <p:cNvPr id="389" name="Google Shape;389;p19"/>
          <p:cNvSpPr txBox="1"/>
          <p:nvPr/>
        </p:nvSpPr>
        <p:spPr>
          <a:xfrm>
            <a:off x="13547296" y="3644263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{{coutT}}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90" name="Google Shape;390;p19"/>
          <p:cNvSpPr txBox="1"/>
          <p:nvPr/>
        </p:nvSpPr>
        <p:spPr>
          <a:xfrm>
            <a:off x="13447391" y="4916810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{{coutG}}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91" name="Google Shape;391;p19"/>
          <p:cNvSpPr txBox="1"/>
          <p:nvPr/>
        </p:nvSpPr>
        <p:spPr>
          <a:xfrm>
            <a:off x="13447391" y="6288162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{{coutM}}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92" name="Google Shape;392;p19"/>
          <p:cNvSpPr txBox="1"/>
          <p:nvPr/>
        </p:nvSpPr>
        <p:spPr>
          <a:xfrm>
            <a:off x="8259665" y="3644263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{{coutTlast}}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93" name="Google Shape;393;p19"/>
          <p:cNvSpPr txBox="1"/>
          <p:nvPr/>
        </p:nvSpPr>
        <p:spPr>
          <a:xfrm>
            <a:off x="8158161" y="4916807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{{coutGlast}}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94" name="Google Shape;394;p19"/>
          <p:cNvSpPr txBox="1"/>
          <p:nvPr/>
        </p:nvSpPr>
        <p:spPr>
          <a:xfrm>
            <a:off x="8158161" y="6288156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{{coutMlast}}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95" name="Google Shape;395;p19"/>
          <p:cNvSpPr txBox="1"/>
          <p:nvPr/>
        </p:nvSpPr>
        <p:spPr>
          <a:xfrm>
            <a:off x="13447391" y="7573150"/>
            <a:ext cx="36405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{{convM}}</a:t>
            </a: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6" name="Google Shape;396;p19"/>
          <p:cNvSpPr txBox="1"/>
          <p:nvPr/>
        </p:nvSpPr>
        <p:spPr>
          <a:xfrm>
            <a:off x="8158161" y="7573141"/>
            <a:ext cx="4493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{{convMlast}}€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7" name="Google Shape;397;p19"/>
          <p:cNvSpPr/>
          <p:nvPr/>
        </p:nvSpPr>
        <p:spPr>
          <a:xfrm>
            <a:off x="2070489" y="4919076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8" name="Google Shape;398;p19"/>
          <p:cNvSpPr/>
          <p:nvPr/>
        </p:nvSpPr>
        <p:spPr>
          <a:xfrm>
            <a:off x="2226464" y="6287938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9" name="Google Shape;399;p19"/>
          <p:cNvSpPr/>
          <p:nvPr/>
        </p:nvSpPr>
        <p:spPr>
          <a:xfrm>
            <a:off x="1837014" y="7571263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00" name="Google Shape;400;p19"/>
          <p:cNvGrpSpPr/>
          <p:nvPr/>
        </p:nvGrpSpPr>
        <p:grpSpPr>
          <a:xfrm>
            <a:off x="1100214" y="8705852"/>
            <a:ext cx="6456339" cy="834238"/>
            <a:chOff x="0" y="-38100"/>
            <a:chExt cx="4607064" cy="595289"/>
          </a:xfrm>
        </p:grpSpPr>
        <p:sp>
          <p:nvSpPr>
            <p:cNvPr id="401" name="Google Shape;401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</p:sp>
        <p:sp>
          <p:nvSpPr>
            <p:cNvPr id="402" name="Google Shape;402;p19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3" name="Google Shape;403;p19"/>
          <p:cNvSpPr txBox="1"/>
          <p:nvPr/>
        </p:nvSpPr>
        <p:spPr>
          <a:xfrm>
            <a:off x="3654298" y="8937713"/>
            <a:ext cx="18354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Leads</a:t>
            </a:r>
            <a:endParaRPr/>
          </a:p>
        </p:txBody>
      </p:sp>
      <p:sp>
        <p:nvSpPr>
          <p:cNvPr id="404" name="Google Shape;404;p19"/>
          <p:cNvSpPr txBox="1"/>
          <p:nvPr/>
        </p:nvSpPr>
        <p:spPr>
          <a:xfrm>
            <a:off x="13447391" y="8788787"/>
            <a:ext cx="36405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{{form}}</a:t>
            </a:r>
            <a:endParaRPr sz="398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5" name="Google Shape;405;p19"/>
          <p:cNvSpPr txBox="1"/>
          <p:nvPr/>
        </p:nvSpPr>
        <p:spPr>
          <a:xfrm>
            <a:off x="8158161" y="8788778"/>
            <a:ext cx="4493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{{formL}}</a:t>
            </a:r>
            <a:endParaRPr sz="398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6" name="Google Shape;406;p19"/>
          <p:cNvSpPr/>
          <p:nvPr/>
        </p:nvSpPr>
        <p:spPr>
          <a:xfrm>
            <a:off x="3220864" y="8803476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0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2" name="Google Shape;412;p20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3" name="Google Shape;413;p20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14" name="Google Shape;414;p20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415" name="Google Shape;415;p20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416" name="Google Shape;416;p20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