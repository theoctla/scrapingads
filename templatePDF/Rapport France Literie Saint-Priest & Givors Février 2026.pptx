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10.jp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0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0" Type="http://schemas.openxmlformats.org/officeDocument/2006/relationships/image" Target="../media/image14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Saint-Priest &amp; Givors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6 906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104 736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5 881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108 430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2 427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3 168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50 040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791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608,2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59 050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674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601,83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0,26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1 226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1 684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2925201"/>
            <a:ext cx="6710189" cy="825130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082139"/>
            <a:ext cx="6710189" cy="825130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235763"/>
            <a:ext cx="6710189" cy="825130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097916"/>
            <a:ext cx="630289" cy="567377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321881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168477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470734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20944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929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366377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510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5521435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254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20944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842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366377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451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5521435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261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59975" y="7850151"/>
            <a:ext cx="6710189" cy="823106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43717" y="8089484"/>
            <a:ext cx="405640" cy="436754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48846" y="8088053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59975" y="6615098"/>
            <a:ext cx="6710189" cy="823106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59501" y="6777061"/>
            <a:ext cx="688568" cy="557891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88904" y="6853000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14923" y="8098669"/>
            <a:ext cx="40131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6 906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14923" y="6771977"/>
            <a:ext cx="40131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104 736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85048" y="8088063"/>
            <a:ext cx="38961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5 881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61953" y="6771985"/>
            <a:ext cx="41664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108 430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303296"/>
            <a:ext cx="789600" cy="751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236748"/>
            <a:ext cx="609600" cy="5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54 696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4 889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298,66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49 380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3 523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317,95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8.94%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1,99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7.13%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2,12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906,86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608,2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298,66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919,78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601,83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317,95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0,37€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0,29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