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10287000" cx="18288000"/>
  <p:notesSz cx="6858000" cy="9144000"/>
  <p:embeddedFontLst>
    <p:embeddedFont>
      <p:font typeface="Anton"/>
      <p:regular r:id="rId12"/>
    </p:embeddedFont>
    <p:embeddedFont>
      <p:font typeface="Poppins"/>
      <p:bold r:id="rId13"/>
      <p:boldItalic r:id="rId14"/>
    </p:embeddedFont>
    <p:embeddedFont>
      <p:font typeface="Allerta Stencil"/>
      <p:regular r:id="rId15"/>
    </p:embeddedFont>
    <p:embeddedFont>
      <p:font typeface="DM Sans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Poppins-bold.fntdata"/><Relationship Id="rId12" Type="http://schemas.openxmlformats.org/officeDocument/2006/relationships/font" Target="fonts/Anton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AllertaStencil-regular.fntdata"/><Relationship Id="rId14" Type="http://schemas.openxmlformats.org/officeDocument/2006/relationships/font" Target="fonts/Poppins-boldItalic.fntdata"/><Relationship Id="rId17" Type="http://schemas.openxmlformats.org/officeDocument/2006/relationships/font" Target="fonts/DMSans-bold.fntdata"/><Relationship Id="rId16" Type="http://schemas.openxmlformats.org/officeDocument/2006/relationships/font" Target="fonts/DMSans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DMSans-boldItalic.fntdata"/><Relationship Id="rId6" Type="http://schemas.openxmlformats.org/officeDocument/2006/relationships/slide" Target="slides/slide1.xml"/><Relationship Id="rId18" Type="http://schemas.openxmlformats.org/officeDocument/2006/relationships/font" Target="fonts/DMSans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7ad190510d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g37ad190510d_0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6.png"/><Relationship Id="rId4" Type="http://schemas.openxmlformats.org/officeDocument/2006/relationships/image" Target="../media/image6.jpg"/><Relationship Id="rId5" Type="http://schemas.openxmlformats.org/officeDocument/2006/relationships/image" Target="../media/image8.png"/><Relationship Id="rId6" Type="http://schemas.openxmlformats.org/officeDocument/2006/relationships/image" Target="../media/image12.png"/><Relationship Id="rId7" Type="http://schemas.openxmlformats.org/officeDocument/2006/relationships/image" Target="../media/image9.png"/><Relationship Id="rId8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Relationship Id="rId4" Type="http://schemas.openxmlformats.org/officeDocument/2006/relationships/image" Target="../media/image3.png"/><Relationship Id="rId9" Type="http://schemas.openxmlformats.org/officeDocument/2006/relationships/image" Target="../media/image24.png"/><Relationship Id="rId5" Type="http://schemas.openxmlformats.org/officeDocument/2006/relationships/image" Target="../media/image26.png"/><Relationship Id="rId6" Type="http://schemas.openxmlformats.org/officeDocument/2006/relationships/image" Target="../media/image12.png"/><Relationship Id="rId7" Type="http://schemas.openxmlformats.org/officeDocument/2006/relationships/image" Target="../media/image9.png"/><Relationship Id="rId8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6.png"/><Relationship Id="rId4" Type="http://schemas.openxmlformats.org/officeDocument/2006/relationships/image" Target="../media/image12.png"/><Relationship Id="rId10" Type="http://schemas.openxmlformats.org/officeDocument/2006/relationships/image" Target="../media/image7.png"/><Relationship Id="rId9" Type="http://schemas.openxmlformats.org/officeDocument/2006/relationships/image" Target="../media/image4.png"/><Relationship Id="rId5" Type="http://schemas.openxmlformats.org/officeDocument/2006/relationships/image" Target="../media/image1.png"/><Relationship Id="rId6" Type="http://schemas.openxmlformats.org/officeDocument/2006/relationships/image" Target="../media/image13.png"/><Relationship Id="rId7" Type="http://schemas.openxmlformats.org/officeDocument/2006/relationships/image" Target="../media/image3.png"/><Relationship Id="rId8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9" Type="http://schemas.openxmlformats.org/officeDocument/2006/relationships/image" Target="../media/image17.png"/><Relationship Id="rId5" Type="http://schemas.openxmlformats.org/officeDocument/2006/relationships/image" Target="../media/image15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1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6.png"/><Relationship Id="rId4" Type="http://schemas.openxmlformats.org/officeDocument/2006/relationships/image" Target="../media/image16.png"/><Relationship Id="rId9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12.png"/><Relationship Id="rId7" Type="http://schemas.openxmlformats.org/officeDocument/2006/relationships/image" Target="../media/image9.png"/><Relationship Id="rId8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6.png"/><Relationship Id="rId4" Type="http://schemas.openxmlformats.org/officeDocument/2006/relationships/image" Target="../media/image8.png"/><Relationship Id="rId5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173245" y="0"/>
            <a:ext cx="22228579" cy="10252932"/>
          </a:xfrm>
          <a:custGeom>
            <a:rect b="b" l="l" r="r" t="t"/>
            <a:pathLst>
              <a:path extrusionOk="0" h="10252932" w="22228579">
                <a:moveTo>
                  <a:pt x="0" y="0"/>
                </a:moveTo>
                <a:lnTo>
                  <a:pt x="22228579" y="0"/>
                </a:lnTo>
                <a:lnTo>
                  <a:pt x="22228579" y="10252932"/>
                </a:lnTo>
                <a:lnTo>
                  <a:pt x="0" y="10252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3"/>
          <p:cNvSpPr/>
          <p:nvPr/>
        </p:nvSpPr>
        <p:spPr>
          <a:xfrm>
            <a:off x="10378499" y="649481"/>
            <a:ext cx="7519437" cy="8987928"/>
          </a:xfrm>
          <a:custGeom>
            <a:rect b="b" l="l" r="r" t="t"/>
            <a:pathLst>
              <a:path extrusionOk="0" h="10286873" w="8606155">
                <a:moveTo>
                  <a:pt x="8606155" y="10251440"/>
                </a:moveTo>
                <a:cubicBezTo>
                  <a:pt x="8606155" y="10284587"/>
                  <a:pt x="8595487" y="10286873"/>
                  <a:pt x="8567674" y="10286873"/>
                </a:cubicBezTo>
                <a:cubicBezTo>
                  <a:pt x="5713095" y="10286238"/>
                  <a:pt x="2858643" y="10286238"/>
                  <a:pt x="4064" y="10286238"/>
                </a:cubicBezTo>
                <a:cubicBezTo>
                  <a:pt x="0" y="10272395"/>
                  <a:pt x="6350" y="10259822"/>
                  <a:pt x="9271" y="10246995"/>
                </a:cubicBezTo>
                <a:cubicBezTo>
                  <a:pt x="134747" y="9685401"/>
                  <a:pt x="260350" y="9123934"/>
                  <a:pt x="386207" y="8562467"/>
                </a:cubicBezTo>
                <a:cubicBezTo>
                  <a:pt x="565658" y="7761986"/>
                  <a:pt x="745490" y="6961632"/>
                  <a:pt x="924814" y="6161151"/>
                </a:cubicBezTo>
                <a:cubicBezTo>
                  <a:pt x="1146302" y="5172583"/>
                  <a:pt x="1367282" y="4184015"/>
                  <a:pt x="1588643" y="3195574"/>
                </a:cubicBezTo>
                <a:cubicBezTo>
                  <a:pt x="1813560" y="2191385"/>
                  <a:pt x="2038604" y="1187323"/>
                  <a:pt x="2264156" y="183261"/>
                </a:cubicBezTo>
                <a:cubicBezTo>
                  <a:pt x="2277872" y="122174"/>
                  <a:pt x="2286635" y="59690"/>
                  <a:pt x="2308860" y="635"/>
                </a:cubicBezTo>
                <a:cubicBezTo>
                  <a:pt x="4395216" y="635"/>
                  <a:pt x="6481572" y="635"/>
                  <a:pt x="8567928" y="0"/>
                </a:cubicBezTo>
                <a:cubicBezTo>
                  <a:pt x="8596249" y="0"/>
                  <a:pt x="8605901" y="3429"/>
                  <a:pt x="8605901" y="35814"/>
                </a:cubicBezTo>
                <a:cubicBezTo>
                  <a:pt x="8605139" y="3441065"/>
                  <a:pt x="8605139" y="6846316"/>
                  <a:pt x="8606155" y="10251440"/>
                </a:cubicBez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39728" r="-39728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3"/>
          <p:cNvSpPr/>
          <p:nvPr/>
        </p:nvSpPr>
        <p:spPr>
          <a:xfrm>
            <a:off x="1115596" y="1301090"/>
            <a:ext cx="8028404" cy="873089"/>
          </a:xfrm>
          <a:custGeom>
            <a:rect b="b" l="l" r="r" t="t"/>
            <a:pathLst>
              <a:path extrusionOk="0" h="873089" w="8028404">
                <a:moveTo>
                  <a:pt x="0" y="0"/>
                </a:moveTo>
                <a:lnTo>
                  <a:pt x="8028404" y="0"/>
                </a:lnTo>
                <a:lnTo>
                  <a:pt x="8028404" y="873089"/>
                </a:lnTo>
                <a:lnTo>
                  <a:pt x="0" y="873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87" name="Google Shape;87;p13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88" name="Google Shape;88;p13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89" name="Google Shape;89;p13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0" name="Google Shape;90;p13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1" name="Google Shape;91;p13"/>
          <p:cNvSpPr/>
          <p:nvPr/>
        </p:nvSpPr>
        <p:spPr>
          <a:xfrm>
            <a:off x="9500831" y="256675"/>
            <a:ext cx="880108" cy="772025"/>
          </a:xfrm>
          <a:custGeom>
            <a:rect b="b" l="l" r="r" t="t"/>
            <a:pathLst>
              <a:path extrusionOk="0" h="772025" w="880108">
                <a:moveTo>
                  <a:pt x="0" y="0"/>
                </a:moveTo>
                <a:lnTo>
                  <a:pt x="880109" y="0"/>
                </a:lnTo>
                <a:lnTo>
                  <a:pt x="880109" y="772025"/>
                </a:lnTo>
                <a:lnTo>
                  <a:pt x="0" y="7720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2" name="Google Shape;92;p13"/>
          <p:cNvSpPr/>
          <p:nvPr/>
        </p:nvSpPr>
        <p:spPr>
          <a:xfrm rot="-2989933">
            <a:off x="8084469" y="815405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93" name="Google Shape;93;p13"/>
          <p:cNvSpPr/>
          <p:nvPr/>
        </p:nvSpPr>
        <p:spPr>
          <a:xfrm rot="-7994788">
            <a:off x="8652456" y="876806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3" y="0"/>
                </a:lnTo>
                <a:lnTo>
                  <a:pt x="972133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4" name="Google Shape;94;p13"/>
          <p:cNvSpPr txBox="1"/>
          <p:nvPr/>
        </p:nvSpPr>
        <p:spPr>
          <a:xfrm>
            <a:off x="1115596" y="2833331"/>
            <a:ext cx="8549707" cy="29206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92" u="none" cap="none" strike="noStrike">
                <a:solidFill>
                  <a:srgbClr val="FFFBFB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RAPPORT DES CAMPAGNES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14571554" y="2863"/>
            <a:ext cx="2843705" cy="5530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31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WWW.TARMAAC.IO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857675" y="6774800"/>
            <a:ext cx="8028300" cy="8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682">
                <a:solidFill>
                  <a:srgbClr val="FFFFFF"/>
                </a:solidFill>
              </a:rPr>
              <a:t>LyleOO</a:t>
            </a:r>
            <a:endParaRPr b="1" sz="2800">
              <a:solidFill>
                <a:srgbClr val="FFFFFF"/>
              </a:solidFill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857670" y="8978296"/>
            <a:ext cx="4853400" cy="6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82">
                <a:solidFill>
                  <a:srgbClr val="56AEFF"/>
                </a:solidFill>
              </a:rPr>
              <a:t>{{Mois}}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14"/>
          <p:cNvGrpSpPr/>
          <p:nvPr/>
        </p:nvGrpSpPr>
        <p:grpSpPr>
          <a:xfrm>
            <a:off x="2302081" y="3006904"/>
            <a:ext cx="6503913" cy="867279"/>
            <a:chOff x="0" y="-57150"/>
            <a:chExt cx="4607064" cy="614339"/>
          </a:xfrm>
        </p:grpSpPr>
        <p:sp>
          <p:nvSpPr>
            <p:cNvPr id="103" name="Google Shape;103;p14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/>
            </a:solidFill>
            <a:ln>
              <a:noFill/>
            </a:ln>
          </p:spPr>
        </p:sp>
        <p:sp>
          <p:nvSpPr>
            <p:cNvPr id="104" name="Google Shape;104;p14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5" name="Google Shape;105;p14"/>
          <p:cNvGrpSpPr/>
          <p:nvPr/>
        </p:nvGrpSpPr>
        <p:grpSpPr>
          <a:xfrm>
            <a:off x="2302081" y="4616572"/>
            <a:ext cx="6503913" cy="840386"/>
            <a:chOff x="0" y="-38100"/>
            <a:chExt cx="4607064" cy="595289"/>
          </a:xfrm>
        </p:grpSpPr>
        <p:sp>
          <p:nvSpPr>
            <p:cNvPr id="106" name="Google Shape;106;p14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  <p:sp>
          <p:nvSpPr>
            <p:cNvPr id="107" name="Google Shape;107;p14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8" name="Google Shape;108;p14"/>
          <p:cNvSpPr/>
          <p:nvPr/>
        </p:nvSpPr>
        <p:spPr>
          <a:xfrm>
            <a:off x="2795554" y="3196664"/>
            <a:ext cx="568439" cy="568439"/>
          </a:xfrm>
          <a:custGeom>
            <a:rect b="b" l="l" r="r" t="t"/>
            <a:pathLst>
              <a:path extrusionOk="0" h="568439" w="568439">
                <a:moveTo>
                  <a:pt x="0" y="0"/>
                </a:moveTo>
                <a:lnTo>
                  <a:pt x="568439" y="0"/>
                </a:lnTo>
                <a:lnTo>
                  <a:pt x="568439" y="568439"/>
                </a:lnTo>
                <a:lnTo>
                  <a:pt x="0" y="5684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9" name="Google Shape;109;p14"/>
          <p:cNvSpPr/>
          <p:nvPr/>
        </p:nvSpPr>
        <p:spPr>
          <a:xfrm>
            <a:off x="3034684" y="4693193"/>
            <a:ext cx="703558" cy="620890"/>
          </a:xfrm>
          <a:custGeom>
            <a:rect b="b" l="l" r="r" t="t"/>
            <a:pathLst>
              <a:path extrusionOk="0" h="620890" w="703558">
                <a:moveTo>
                  <a:pt x="0" y="0"/>
                </a:moveTo>
                <a:lnTo>
                  <a:pt x="703558" y="0"/>
                </a:lnTo>
                <a:lnTo>
                  <a:pt x="703558" y="620890"/>
                </a:lnTo>
                <a:lnTo>
                  <a:pt x="0" y="6208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0" name="Google Shape;110;p14"/>
          <p:cNvSpPr txBox="1"/>
          <p:nvPr/>
        </p:nvSpPr>
        <p:spPr>
          <a:xfrm>
            <a:off x="3398236" y="3236237"/>
            <a:ext cx="4637613" cy="405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Diffusion totale des publicités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2879420" y="716319"/>
            <a:ext cx="12529160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ÉTAT RÉCAPITULATIF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3398220" y="4893289"/>
            <a:ext cx="48729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Achats média GOOGLE</a:t>
            </a:r>
            <a:endParaRPr/>
          </a:p>
        </p:txBody>
      </p:sp>
      <p:grpSp>
        <p:nvGrpSpPr>
          <p:cNvPr id="113" name="Google Shape;113;p14"/>
          <p:cNvGrpSpPr/>
          <p:nvPr/>
        </p:nvGrpSpPr>
        <p:grpSpPr>
          <a:xfrm>
            <a:off x="2302084" y="6242184"/>
            <a:ext cx="6456339" cy="860935"/>
            <a:chOff x="0" y="-57150"/>
            <a:chExt cx="4607064" cy="614339"/>
          </a:xfrm>
        </p:grpSpPr>
        <p:sp>
          <p:nvSpPr>
            <p:cNvPr id="114" name="Google Shape;114;p14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A9F4"/>
            </a:solidFill>
            <a:ln>
              <a:noFill/>
            </a:ln>
          </p:spPr>
        </p:sp>
        <p:sp>
          <p:nvSpPr>
            <p:cNvPr id="115" name="Google Shape;115;p14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6" name="Google Shape;116;p14"/>
          <p:cNvSpPr/>
          <p:nvPr/>
        </p:nvSpPr>
        <p:spPr>
          <a:xfrm>
            <a:off x="2917904" y="6400944"/>
            <a:ext cx="698413" cy="616349"/>
          </a:xfrm>
          <a:custGeom>
            <a:rect b="b" l="l" r="r" t="t"/>
            <a:pathLst>
              <a:path extrusionOk="0" h="616349" w="698413">
                <a:moveTo>
                  <a:pt x="0" y="0"/>
                </a:moveTo>
                <a:lnTo>
                  <a:pt x="698413" y="0"/>
                </a:lnTo>
                <a:lnTo>
                  <a:pt x="698413" y="616350"/>
                </a:lnTo>
                <a:lnTo>
                  <a:pt x="0" y="6163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7" name="Google Shape;117;p14"/>
          <p:cNvSpPr txBox="1"/>
          <p:nvPr/>
        </p:nvSpPr>
        <p:spPr>
          <a:xfrm>
            <a:off x="3267110" y="6478036"/>
            <a:ext cx="49539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Achats média META</a:t>
            </a:r>
            <a:endParaRPr/>
          </a:p>
        </p:txBody>
      </p:sp>
      <p:sp>
        <p:nvSpPr>
          <p:cNvPr id="118" name="Google Shape;118;p14"/>
          <p:cNvSpPr/>
          <p:nvPr/>
        </p:nvSpPr>
        <p:spPr>
          <a:xfrm>
            <a:off x="-1283469" y="-7771098"/>
            <a:ext cx="22228579" cy="10252932"/>
          </a:xfrm>
          <a:custGeom>
            <a:rect b="b" l="l" r="r" t="t"/>
            <a:pathLst>
              <a:path extrusionOk="0" h="10252932" w="22228579">
                <a:moveTo>
                  <a:pt x="0" y="0"/>
                </a:moveTo>
                <a:lnTo>
                  <a:pt x="22228580" y="0"/>
                </a:lnTo>
                <a:lnTo>
                  <a:pt x="22228580" y="10252933"/>
                </a:lnTo>
                <a:lnTo>
                  <a:pt x="0" y="102529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2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9" name="Google Shape;119;p14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20" name="Google Shape;120;p14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121" name="Google Shape;121;p14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122" name="Google Shape;122;p14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3" name="Google Shape;123;p14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124" name="Google Shape;124;p14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125" name="Google Shape;125;p14"/>
          <p:cNvCxnSpPr/>
          <p:nvPr/>
        </p:nvCxnSpPr>
        <p:spPr>
          <a:xfrm rot="10800000">
            <a:off x="12727897" y="3335078"/>
            <a:ext cx="0" cy="5982609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26" name="Google Shape;126;p14"/>
          <p:cNvSpPr txBox="1"/>
          <p:nvPr/>
        </p:nvSpPr>
        <p:spPr>
          <a:xfrm>
            <a:off x="14008125" y="4688400"/>
            <a:ext cx="3895800" cy="7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{{coutG}} </a:t>
            </a:r>
            <a:r>
              <a:rPr b="0" i="0" lang="en-US" sz="4928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€</a:t>
            </a:r>
            <a:endParaRPr/>
          </a:p>
        </p:txBody>
      </p:sp>
      <p:sp>
        <p:nvSpPr>
          <p:cNvPr id="127" name="Google Shape;127;p14"/>
          <p:cNvSpPr txBox="1"/>
          <p:nvPr/>
        </p:nvSpPr>
        <p:spPr>
          <a:xfrm>
            <a:off x="14052100" y="6337525"/>
            <a:ext cx="38958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{{coutM}}</a:t>
            </a:r>
            <a:r>
              <a:rPr b="0" i="0" lang="en-US" sz="49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€</a:t>
            </a:r>
            <a:endParaRPr/>
          </a:p>
        </p:txBody>
      </p:sp>
      <p:sp>
        <p:nvSpPr>
          <p:cNvPr id="128" name="Google Shape;128;p14"/>
          <p:cNvSpPr txBox="1"/>
          <p:nvPr/>
        </p:nvSpPr>
        <p:spPr>
          <a:xfrm>
            <a:off x="14008122" y="2474691"/>
            <a:ext cx="1563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39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Juillet 2025</a:t>
            </a:r>
            <a:endParaRPr/>
          </a:p>
        </p:txBody>
      </p:sp>
      <p:sp>
        <p:nvSpPr>
          <p:cNvPr id="129" name="Google Shape;129;p14"/>
          <p:cNvSpPr txBox="1"/>
          <p:nvPr/>
        </p:nvSpPr>
        <p:spPr>
          <a:xfrm>
            <a:off x="10300229" y="2474691"/>
            <a:ext cx="1563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39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/>
          </a:p>
        </p:txBody>
      </p:sp>
      <p:sp>
        <p:nvSpPr>
          <p:cNvPr id="130" name="Google Shape;130;p14"/>
          <p:cNvSpPr txBox="1"/>
          <p:nvPr/>
        </p:nvSpPr>
        <p:spPr>
          <a:xfrm>
            <a:off x="13929750" y="3142650"/>
            <a:ext cx="3895800" cy="6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9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{{diff_all}}</a:t>
            </a:r>
            <a:endParaRPr/>
          </a:p>
        </p:txBody>
      </p:sp>
      <p:sp>
        <p:nvSpPr>
          <p:cNvPr id="131" name="Google Shape;131;p14"/>
          <p:cNvSpPr txBox="1"/>
          <p:nvPr/>
        </p:nvSpPr>
        <p:spPr>
          <a:xfrm>
            <a:off x="13929751" y="2545700"/>
            <a:ext cx="3895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{{MoisFR}}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2" name="Google Shape;132;p14"/>
          <p:cNvSpPr txBox="1"/>
          <p:nvPr/>
        </p:nvSpPr>
        <p:spPr>
          <a:xfrm>
            <a:off x="9303225" y="2545700"/>
            <a:ext cx="32733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{{MoisAvantFR}}</a:t>
            </a:r>
            <a:endParaRPr/>
          </a:p>
        </p:txBody>
      </p:sp>
      <p:sp>
        <p:nvSpPr>
          <p:cNvPr id="133" name="Google Shape;133;p14"/>
          <p:cNvSpPr txBox="1"/>
          <p:nvPr/>
        </p:nvSpPr>
        <p:spPr>
          <a:xfrm>
            <a:off x="9303250" y="4688400"/>
            <a:ext cx="3273300" cy="15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{{coutGlast}} </a:t>
            </a:r>
            <a:r>
              <a:rPr b="0" i="0" lang="en-US" sz="4928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€</a:t>
            </a:r>
            <a:endParaRPr/>
          </a:p>
        </p:txBody>
      </p:sp>
      <p:sp>
        <p:nvSpPr>
          <p:cNvPr id="134" name="Google Shape;134;p14"/>
          <p:cNvSpPr txBox="1"/>
          <p:nvPr/>
        </p:nvSpPr>
        <p:spPr>
          <a:xfrm>
            <a:off x="9425600" y="6337525"/>
            <a:ext cx="3273300" cy="15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{{coutMlast}}</a:t>
            </a:r>
            <a:r>
              <a:rPr b="0" i="0" lang="en-US" sz="49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€</a:t>
            </a:r>
            <a:endParaRPr/>
          </a:p>
        </p:txBody>
      </p:sp>
      <p:sp>
        <p:nvSpPr>
          <p:cNvPr id="135" name="Google Shape;135;p14"/>
          <p:cNvSpPr txBox="1"/>
          <p:nvPr/>
        </p:nvSpPr>
        <p:spPr>
          <a:xfrm>
            <a:off x="9303250" y="3142650"/>
            <a:ext cx="3273300" cy="15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9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{{diff_alllast}}</a:t>
            </a:r>
            <a:endParaRPr/>
          </a:p>
        </p:txBody>
      </p:sp>
      <p:grpSp>
        <p:nvGrpSpPr>
          <p:cNvPr id="136" name="Google Shape;136;p14"/>
          <p:cNvGrpSpPr/>
          <p:nvPr/>
        </p:nvGrpSpPr>
        <p:grpSpPr>
          <a:xfrm>
            <a:off x="2302084" y="7929721"/>
            <a:ext cx="6503792" cy="867348"/>
            <a:chOff x="0" y="-57150"/>
            <a:chExt cx="4607064" cy="614400"/>
          </a:xfrm>
        </p:grpSpPr>
        <p:sp>
          <p:nvSpPr>
            <p:cNvPr id="137" name="Google Shape;137;p14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2386"/>
            </a:solidFill>
            <a:ln>
              <a:noFill/>
            </a:ln>
          </p:spPr>
        </p:sp>
        <p:sp>
          <p:nvSpPr>
            <p:cNvPr id="138" name="Google Shape;138;p14"/>
            <p:cNvSpPr txBox="1"/>
            <p:nvPr/>
          </p:nvSpPr>
          <p:spPr>
            <a:xfrm>
              <a:off x="177800" y="-57150"/>
              <a:ext cx="4353000" cy="6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9" name="Google Shape;139;p14"/>
          <p:cNvSpPr/>
          <p:nvPr/>
        </p:nvSpPr>
        <p:spPr>
          <a:xfrm>
            <a:off x="2867252" y="8200968"/>
            <a:ext cx="334871" cy="445012"/>
          </a:xfrm>
          <a:custGeom>
            <a:rect b="b" l="l" r="r" t="t"/>
            <a:pathLst>
              <a:path extrusionOk="0" h="445012" w="334871">
                <a:moveTo>
                  <a:pt x="0" y="0"/>
                </a:moveTo>
                <a:lnTo>
                  <a:pt x="334871" y="0"/>
                </a:lnTo>
                <a:lnTo>
                  <a:pt x="334871" y="445012"/>
                </a:lnTo>
                <a:lnTo>
                  <a:pt x="0" y="4450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0" name="Google Shape;140;p14"/>
          <p:cNvSpPr txBox="1"/>
          <p:nvPr/>
        </p:nvSpPr>
        <p:spPr>
          <a:xfrm>
            <a:off x="3150014" y="8187425"/>
            <a:ext cx="47037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64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par clic moyen</a:t>
            </a:r>
            <a:endParaRPr/>
          </a:p>
        </p:txBody>
      </p:sp>
      <p:sp>
        <p:nvSpPr>
          <p:cNvPr id="141" name="Google Shape;141;p14"/>
          <p:cNvSpPr txBox="1"/>
          <p:nvPr/>
        </p:nvSpPr>
        <p:spPr>
          <a:xfrm>
            <a:off x="13978888" y="8086663"/>
            <a:ext cx="38958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{{cpcM}} €</a:t>
            </a:r>
            <a:endParaRPr sz="4928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2" name="Google Shape;142;p14"/>
          <p:cNvSpPr txBox="1"/>
          <p:nvPr/>
        </p:nvSpPr>
        <p:spPr>
          <a:xfrm>
            <a:off x="8805875" y="7984150"/>
            <a:ext cx="3864600" cy="17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{{cpcMlast}} €</a:t>
            </a:r>
            <a:endParaRPr sz="4928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5"/>
          <p:cNvSpPr/>
          <p:nvPr/>
        </p:nvSpPr>
        <p:spPr>
          <a:xfrm>
            <a:off x="-31750" y="17031"/>
            <a:ext cx="22228579" cy="10252932"/>
          </a:xfrm>
          <a:custGeom>
            <a:rect b="b" l="l" r="r" t="t"/>
            <a:pathLst>
              <a:path extrusionOk="0" h="10252932" w="22228579">
                <a:moveTo>
                  <a:pt x="0" y="0"/>
                </a:moveTo>
                <a:lnTo>
                  <a:pt x="22228579" y="0"/>
                </a:lnTo>
                <a:lnTo>
                  <a:pt x="22228579" y="10252932"/>
                </a:lnTo>
                <a:lnTo>
                  <a:pt x="0" y="10252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8" name="Google Shape;148;p15"/>
          <p:cNvSpPr txBox="1"/>
          <p:nvPr/>
        </p:nvSpPr>
        <p:spPr>
          <a:xfrm>
            <a:off x="3948986" y="697660"/>
            <a:ext cx="11895646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DÉTAILS META ADS</a:t>
            </a:r>
            <a:endParaRPr/>
          </a:p>
        </p:txBody>
      </p:sp>
      <p:sp>
        <p:nvSpPr>
          <p:cNvPr id="149" name="Google Shape;149;p15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50" name="Google Shape;150;p15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151" name="Google Shape;151;p15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152" name="Google Shape;152;p15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3" name="Google Shape;153;p15"/>
          <p:cNvGrpSpPr/>
          <p:nvPr/>
        </p:nvGrpSpPr>
        <p:grpSpPr>
          <a:xfrm>
            <a:off x="2640087" y="3364846"/>
            <a:ext cx="6503913" cy="867279"/>
            <a:chOff x="0" y="-57150"/>
            <a:chExt cx="4607064" cy="614339"/>
          </a:xfrm>
        </p:grpSpPr>
        <p:sp>
          <p:nvSpPr>
            <p:cNvPr id="154" name="Google Shape;154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/>
            </a:solidFill>
            <a:ln>
              <a:noFill/>
            </a:ln>
          </p:spPr>
        </p:sp>
        <p:sp>
          <p:nvSpPr>
            <p:cNvPr id="155" name="Google Shape;155;p15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6" name="Google Shape;156;p15"/>
          <p:cNvGrpSpPr/>
          <p:nvPr/>
        </p:nvGrpSpPr>
        <p:grpSpPr>
          <a:xfrm>
            <a:off x="2640087" y="4564645"/>
            <a:ext cx="6503913" cy="867279"/>
            <a:chOff x="0" y="-57150"/>
            <a:chExt cx="4607064" cy="614339"/>
          </a:xfrm>
        </p:grpSpPr>
        <p:sp>
          <p:nvSpPr>
            <p:cNvPr id="157" name="Google Shape;157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800"/>
            </a:solidFill>
            <a:ln>
              <a:noFill/>
            </a:ln>
          </p:spPr>
        </p:sp>
        <p:sp>
          <p:nvSpPr>
            <p:cNvPr id="158" name="Google Shape;158;p15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9" name="Google Shape;159;p15"/>
          <p:cNvGrpSpPr/>
          <p:nvPr/>
        </p:nvGrpSpPr>
        <p:grpSpPr>
          <a:xfrm>
            <a:off x="2453380" y="8604190"/>
            <a:ext cx="6503913" cy="840386"/>
            <a:chOff x="0" y="-38100"/>
            <a:chExt cx="4607064" cy="595289"/>
          </a:xfrm>
        </p:grpSpPr>
        <p:sp>
          <p:nvSpPr>
            <p:cNvPr id="160" name="Google Shape;160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  <p:sp>
          <p:nvSpPr>
            <p:cNvPr id="161" name="Google Shape;161;p15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2" name="Google Shape;162;p15"/>
          <p:cNvSpPr/>
          <p:nvPr/>
        </p:nvSpPr>
        <p:spPr>
          <a:xfrm>
            <a:off x="3056595" y="4813618"/>
            <a:ext cx="334871" cy="445012"/>
          </a:xfrm>
          <a:custGeom>
            <a:rect b="b" l="l" r="r" t="t"/>
            <a:pathLst>
              <a:path extrusionOk="0" h="445012" w="334871">
                <a:moveTo>
                  <a:pt x="0" y="0"/>
                </a:moveTo>
                <a:lnTo>
                  <a:pt x="334871" y="0"/>
                </a:lnTo>
                <a:lnTo>
                  <a:pt x="334871" y="445012"/>
                </a:lnTo>
                <a:lnTo>
                  <a:pt x="0" y="4450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3" name="Google Shape;163;p15"/>
          <p:cNvSpPr/>
          <p:nvPr/>
        </p:nvSpPr>
        <p:spPr>
          <a:xfrm>
            <a:off x="2971687" y="3554605"/>
            <a:ext cx="568439" cy="568439"/>
          </a:xfrm>
          <a:custGeom>
            <a:rect b="b" l="l" r="r" t="t"/>
            <a:pathLst>
              <a:path extrusionOk="0" h="568439" w="568439">
                <a:moveTo>
                  <a:pt x="0" y="0"/>
                </a:moveTo>
                <a:lnTo>
                  <a:pt x="568439" y="0"/>
                </a:lnTo>
                <a:lnTo>
                  <a:pt x="568439" y="568440"/>
                </a:lnTo>
                <a:lnTo>
                  <a:pt x="0" y="568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4" name="Google Shape;164;p15"/>
          <p:cNvSpPr/>
          <p:nvPr/>
        </p:nvSpPr>
        <p:spPr>
          <a:xfrm>
            <a:off x="3037324" y="8740831"/>
            <a:ext cx="703558" cy="620890"/>
          </a:xfrm>
          <a:custGeom>
            <a:rect b="b" l="l" r="r" t="t"/>
            <a:pathLst>
              <a:path extrusionOk="0" h="620890" w="703558">
                <a:moveTo>
                  <a:pt x="0" y="0"/>
                </a:moveTo>
                <a:lnTo>
                  <a:pt x="703558" y="0"/>
                </a:lnTo>
                <a:lnTo>
                  <a:pt x="703558" y="620890"/>
                </a:lnTo>
                <a:lnTo>
                  <a:pt x="0" y="6208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5" name="Google Shape;165;p15"/>
          <p:cNvSpPr txBox="1"/>
          <p:nvPr/>
        </p:nvSpPr>
        <p:spPr>
          <a:xfrm>
            <a:off x="3540126" y="4800075"/>
            <a:ext cx="5325448" cy="405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 des clics </a:t>
            </a:r>
            <a:endParaRPr/>
          </a:p>
        </p:txBody>
      </p:sp>
      <p:sp>
        <p:nvSpPr>
          <p:cNvPr id="166" name="Google Shape;166;p15"/>
          <p:cNvSpPr txBox="1"/>
          <p:nvPr/>
        </p:nvSpPr>
        <p:spPr>
          <a:xfrm>
            <a:off x="3573237" y="3600276"/>
            <a:ext cx="5023807" cy="405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Impressions Meta ADS</a:t>
            </a:r>
            <a:endParaRPr/>
          </a:p>
        </p:txBody>
      </p:sp>
      <p:sp>
        <p:nvSpPr>
          <p:cNvPr id="167" name="Google Shape;167;p15"/>
          <p:cNvSpPr txBox="1"/>
          <p:nvPr/>
        </p:nvSpPr>
        <p:spPr>
          <a:xfrm>
            <a:off x="3537520" y="8792147"/>
            <a:ext cx="4872817" cy="405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Meta ADS</a:t>
            </a:r>
            <a:endParaRPr/>
          </a:p>
        </p:txBody>
      </p:sp>
      <p:grpSp>
        <p:nvGrpSpPr>
          <p:cNvPr id="168" name="Google Shape;168;p15"/>
          <p:cNvGrpSpPr/>
          <p:nvPr/>
        </p:nvGrpSpPr>
        <p:grpSpPr>
          <a:xfrm>
            <a:off x="2483434" y="7196966"/>
            <a:ext cx="6456348" cy="860936"/>
            <a:chOff x="0" y="-57150"/>
            <a:chExt cx="4607064" cy="614339"/>
          </a:xfrm>
        </p:grpSpPr>
        <p:sp>
          <p:nvSpPr>
            <p:cNvPr id="169" name="Google Shape;169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A9F4"/>
            </a:solidFill>
            <a:ln>
              <a:noFill/>
            </a:ln>
          </p:spPr>
        </p:sp>
        <p:sp>
          <p:nvSpPr>
            <p:cNvPr id="170" name="Google Shape;170;p15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1" name="Google Shape;171;p15"/>
          <p:cNvSpPr/>
          <p:nvPr/>
        </p:nvSpPr>
        <p:spPr>
          <a:xfrm>
            <a:off x="3189724" y="7359304"/>
            <a:ext cx="698413" cy="616349"/>
          </a:xfrm>
          <a:custGeom>
            <a:rect b="b" l="l" r="r" t="t"/>
            <a:pathLst>
              <a:path extrusionOk="0" h="616349" w="698413">
                <a:moveTo>
                  <a:pt x="0" y="0"/>
                </a:moveTo>
                <a:lnTo>
                  <a:pt x="698413" y="0"/>
                </a:lnTo>
                <a:lnTo>
                  <a:pt x="698413" y="616350"/>
                </a:lnTo>
                <a:lnTo>
                  <a:pt x="0" y="6163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2" name="Google Shape;172;p15"/>
          <p:cNvSpPr txBox="1"/>
          <p:nvPr/>
        </p:nvSpPr>
        <p:spPr>
          <a:xfrm>
            <a:off x="3805716" y="7435896"/>
            <a:ext cx="5134066" cy="4121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par clic Moyen </a:t>
            </a:r>
            <a:endParaRPr/>
          </a:p>
        </p:txBody>
      </p:sp>
      <p:cxnSp>
        <p:nvCxnSpPr>
          <p:cNvPr id="173" name="Google Shape;173;p15"/>
          <p:cNvCxnSpPr/>
          <p:nvPr/>
        </p:nvCxnSpPr>
        <p:spPr>
          <a:xfrm rot="10800000">
            <a:off x="12727897" y="3335078"/>
            <a:ext cx="0" cy="5982609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74" name="Google Shape;174;p15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175" name="Google Shape;175;p15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6" name="Google Shape;176;p15"/>
          <p:cNvSpPr txBox="1"/>
          <p:nvPr/>
        </p:nvSpPr>
        <p:spPr>
          <a:xfrm>
            <a:off x="13077411" y="2466237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Juillet 2025</a:t>
            </a:r>
            <a:endParaRPr/>
          </a:p>
        </p:txBody>
      </p:sp>
      <p:sp>
        <p:nvSpPr>
          <p:cNvPr id="177" name="Google Shape;177;p15"/>
          <p:cNvSpPr txBox="1"/>
          <p:nvPr/>
        </p:nvSpPr>
        <p:spPr>
          <a:xfrm>
            <a:off x="13286650" y="3373225"/>
            <a:ext cx="38175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{{imprM}}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8" name="Google Shape;178;p15"/>
          <p:cNvSpPr txBox="1"/>
          <p:nvPr/>
        </p:nvSpPr>
        <p:spPr>
          <a:xfrm>
            <a:off x="13286650" y="4594600"/>
            <a:ext cx="38175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{{clicM}}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9" name="Google Shape;179;p15"/>
          <p:cNvSpPr txBox="1"/>
          <p:nvPr/>
        </p:nvSpPr>
        <p:spPr>
          <a:xfrm>
            <a:off x="13314025" y="8646925"/>
            <a:ext cx="38175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6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{{coutM}}</a:t>
            </a:r>
            <a:r>
              <a:rPr lang="en-US" sz="4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€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0" name="Google Shape;180;p15"/>
          <p:cNvSpPr txBox="1"/>
          <p:nvPr/>
        </p:nvSpPr>
        <p:spPr>
          <a:xfrm>
            <a:off x="13314025" y="7220575"/>
            <a:ext cx="38175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{{cpcM}} €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1" name="Google Shape;181;p15"/>
          <p:cNvSpPr txBox="1"/>
          <p:nvPr/>
        </p:nvSpPr>
        <p:spPr>
          <a:xfrm>
            <a:off x="13286650" y="5944750"/>
            <a:ext cx="38175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{{ctrM}} 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2" name="Google Shape;182;p15"/>
          <p:cNvSpPr txBox="1"/>
          <p:nvPr/>
        </p:nvSpPr>
        <p:spPr>
          <a:xfrm>
            <a:off x="9296400" y="2466237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/>
          </a:p>
        </p:txBody>
      </p:sp>
      <p:sp>
        <p:nvSpPr>
          <p:cNvPr id="183" name="Google Shape;183;p15"/>
          <p:cNvSpPr txBox="1"/>
          <p:nvPr/>
        </p:nvSpPr>
        <p:spPr>
          <a:xfrm>
            <a:off x="9505650" y="3373225"/>
            <a:ext cx="3006600" cy="17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{{imprMlastlast}}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4" name="Google Shape;184;p15"/>
          <p:cNvSpPr txBox="1"/>
          <p:nvPr/>
        </p:nvSpPr>
        <p:spPr>
          <a:xfrm>
            <a:off x="9505650" y="4594600"/>
            <a:ext cx="3006600" cy="17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{{clicMlast}}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5" name="Google Shape;185;p15"/>
          <p:cNvSpPr txBox="1"/>
          <p:nvPr/>
        </p:nvSpPr>
        <p:spPr>
          <a:xfrm>
            <a:off x="9505650" y="8646925"/>
            <a:ext cx="3006600" cy="15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6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{{coutMlast}}</a:t>
            </a:r>
            <a:r>
              <a:rPr lang="en-US" sz="4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€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6" name="Google Shape;186;p15"/>
          <p:cNvSpPr txBox="1"/>
          <p:nvPr/>
        </p:nvSpPr>
        <p:spPr>
          <a:xfrm>
            <a:off x="9505650" y="7220575"/>
            <a:ext cx="3006600" cy="17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{{cpcMlast}} €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7" name="Google Shape;187;p15"/>
          <p:cNvSpPr txBox="1"/>
          <p:nvPr/>
        </p:nvSpPr>
        <p:spPr>
          <a:xfrm>
            <a:off x="9505650" y="5944750"/>
            <a:ext cx="3006600" cy="17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{{ctrMlast}} 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88" name="Google Shape;188;p15"/>
          <p:cNvGrpSpPr/>
          <p:nvPr/>
        </p:nvGrpSpPr>
        <p:grpSpPr>
          <a:xfrm>
            <a:off x="2605780" y="5902011"/>
            <a:ext cx="6503913" cy="840386"/>
            <a:chOff x="0" y="-38100"/>
            <a:chExt cx="4607064" cy="595289"/>
          </a:xfrm>
        </p:grpSpPr>
        <p:sp>
          <p:nvSpPr>
            <p:cNvPr id="189" name="Google Shape;189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2386"/>
            </a:solidFill>
            <a:ln>
              <a:noFill/>
            </a:ln>
          </p:spPr>
        </p:sp>
        <p:sp>
          <p:nvSpPr>
            <p:cNvPr id="190" name="Google Shape;190;p15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1" name="Google Shape;191;p15"/>
          <p:cNvSpPr/>
          <p:nvPr/>
        </p:nvSpPr>
        <p:spPr>
          <a:xfrm>
            <a:off x="3189724" y="6038652"/>
            <a:ext cx="703558" cy="620890"/>
          </a:xfrm>
          <a:custGeom>
            <a:rect b="b" l="l" r="r" t="t"/>
            <a:pathLst>
              <a:path extrusionOk="0" h="620890" w="703558">
                <a:moveTo>
                  <a:pt x="0" y="0"/>
                </a:moveTo>
                <a:lnTo>
                  <a:pt x="703558" y="0"/>
                </a:lnTo>
                <a:lnTo>
                  <a:pt x="703558" y="620891"/>
                </a:lnTo>
                <a:lnTo>
                  <a:pt x="0" y="6208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2" name="Google Shape;192;p15"/>
          <p:cNvSpPr txBox="1"/>
          <p:nvPr/>
        </p:nvSpPr>
        <p:spPr>
          <a:xfrm>
            <a:off x="3689920" y="6089968"/>
            <a:ext cx="4872817" cy="405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CTR</a:t>
            </a:r>
            <a:endParaRPr/>
          </a:p>
        </p:txBody>
      </p:sp>
      <p:sp>
        <p:nvSpPr>
          <p:cNvPr id="193" name="Google Shape;193;p15"/>
          <p:cNvSpPr/>
          <p:nvPr/>
        </p:nvSpPr>
        <p:spPr>
          <a:xfrm>
            <a:off x="2971687" y="643938"/>
            <a:ext cx="1801462" cy="1801462"/>
          </a:xfrm>
          <a:custGeom>
            <a:rect b="b" l="l" r="r" t="t"/>
            <a:pathLst>
              <a:path extrusionOk="0" h="1801462" w="1801462">
                <a:moveTo>
                  <a:pt x="0" y="0"/>
                </a:moveTo>
                <a:lnTo>
                  <a:pt x="1801462" y="0"/>
                </a:lnTo>
                <a:lnTo>
                  <a:pt x="1801462" y="1801463"/>
                </a:lnTo>
                <a:lnTo>
                  <a:pt x="0" y="18014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4" name="Google Shape;194;p15"/>
          <p:cNvSpPr txBox="1"/>
          <p:nvPr/>
        </p:nvSpPr>
        <p:spPr>
          <a:xfrm>
            <a:off x="13314018" y="2838600"/>
            <a:ext cx="38175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{{MoisFR}}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5" name="Google Shape;195;p15"/>
          <p:cNvSpPr txBox="1"/>
          <p:nvPr/>
        </p:nvSpPr>
        <p:spPr>
          <a:xfrm>
            <a:off x="9505650" y="2838600"/>
            <a:ext cx="30066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{{MoisAvantFR}}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6"/>
          <p:cNvSpPr txBox="1"/>
          <p:nvPr/>
        </p:nvSpPr>
        <p:spPr>
          <a:xfrm>
            <a:off x="3948986" y="697660"/>
            <a:ext cx="118956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DÉTAILS META ADS</a:t>
            </a:r>
            <a:endParaRPr/>
          </a:p>
        </p:txBody>
      </p:sp>
      <p:sp>
        <p:nvSpPr>
          <p:cNvPr id="201" name="Google Shape;201;p16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02" name="Google Shape;202;p16"/>
          <p:cNvGrpSpPr/>
          <p:nvPr/>
        </p:nvGrpSpPr>
        <p:grpSpPr>
          <a:xfrm rot="-5400000">
            <a:off x="-6824772" y="3910612"/>
            <a:ext cx="11958230" cy="2037834"/>
            <a:chOff x="0" y="-28575"/>
            <a:chExt cx="3149472" cy="536710"/>
          </a:xfrm>
        </p:grpSpPr>
        <p:sp>
          <p:nvSpPr>
            <p:cNvPr id="203" name="Google Shape;203;p16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204" name="Google Shape;204;p16"/>
            <p:cNvSpPr txBox="1"/>
            <p:nvPr/>
          </p:nvSpPr>
          <p:spPr>
            <a:xfrm>
              <a:off x="0" y="-28575"/>
              <a:ext cx="3149400" cy="53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5" name="Google Shape;205;p16"/>
          <p:cNvGrpSpPr/>
          <p:nvPr/>
        </p:nvGrpSpPr>
        <p:grpSpPr>
          <a:xfrm>
            <a:off x="330024" y="3651300"/>
            <a:ext cx="5295359" cy="602296"/>
            <a:chOff x="0" y="-57150"/>
            <a:chExt cx="4607064" cy="614400"/>
          </a:xfrm>
        </p:grpSpPr>
        <p:sp>
          <p:nvSpPr>
            <p:cNvPr id="206" name="Google Shape;206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/>
            </a:solidFill>
            <a:ln>
              <a:noFill/>
            </a:ln>
          </p:spPr>
        </p:sp>
        <p:sp>
          <p:nvSpPr>
            <p:cNvPr id="207" name="Google Shape;207;p16"/>
            <p:cNvSpPr txBox="1"/>
            <p:nvPr/>
          </p:nvSpPr>
          <p:spPr>
            <a:xfrm>
              <a:off x="177800" y="-57150"/>
              <a:ext cx="4353000" cy="6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5275" lIns="35275" spcFirstLastPara="1" rIns="35275" wrap="square" tIns="35275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4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8" name="Google Shape;208;p16"/>
          <p:cNvSpPr/>
          <p:nvPr/>
        </p:nvSpPr>
        <p:spPr>
          <a:xfrm>
            <a:off x="784140" y="3782966"/>
            <a:ext cx="395065" cy="395065"/>
          </a:xfrm>
          <a:custGeom>
            <a:rect b="b" l="l" r="r" t="t"/>
            <a:pathLst>
              <a:path extrusionOk="0" h="568439" w="568439">
                <a:moveTo>
                  <a:pt x="0" y="0"/>
                </a:moveTo>
                <a:lnTo>
                  <a:pt x="568439" y="0"/>
                </a:lnTo>
                <a:lnTo>
                  <a:pt x="568439" y="568440"/>
                </a:lnTo>
                <a:lnTo>
                  <a:pt x="0" y="568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9" name="Google Shape;209;p16"/>
          <p:cNvSpPr txBox="1"/>
          <p:nvPr/>
        </p:nvSpPr>
        <p:spPr>
          <a:xfrm>
            <a:off x="1233509" y="3859455"/>
            <a:ext cx="3488400" cy="2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72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interraction Facebook (Interest)</a:t>
            </a:r>
            <a:endParaRPr sz="972"/>
          </a:p>
        </p:txBody>
      </p:sp>
      <p:sp>
        <p:nvSpPr>
          <p:cNvPr id="210" name="Google Shape;210;p16"/>
          <p:cNvSpPr/>
          <p:nvPr/>
        </p:nvSpPr>
        <p:spPr>
          <a:xfrm rot="-2991871">
            <a:off x="16244780" y="528036"/>
            <a:ext cx="971994" cy="870888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-2140" t="0"/>
            </a:stretch>
          </a:blipFill>
          <a:ln>
            <a:noFill/>
          </a:ln>
        </p:spPr>
      </p:sp>
      <p:sp>
        <p:nvSpPr>
          <p:cNvPr id="211" name="Google Shape;211;p16"/>
          <p:cNvSpPr/>
          <p:nvPr/>
        </p:nvSpPr>
        <p:spPr>
          <a:xfrm rot="-7996595">
            <a:off x="16812912" y="1143422"/>
            <a:ext cx="971394" cy="531598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2" name="Google Shape;212;p16"/>
          <p:cNvSpPr txBox="1"/>
          <p:nvPr/>
        </p:nvSpPr>
        <p:spPr>
          <a:xfrm>
            <a:off x="13077411" y="2466237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Juillet 2025</a:t>
            </a:r>
            <a:endParaRPr/>
          </a:p>
        </p:txBody>
      </p:sp>
      <p:sp>
        <p:nvSpPr>
          <p:cNvPr id="213" name="Google Shape;213;p16"/>
          <p:cNvSpPr txBox="1"/>
          <p:nvPr/>
        </p:nvSpPr>
        <p:spPr>
          <a:xfrm>
            <a:off x="8687917" y="3681556"/>
            <a:ext cx="26508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2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?</a:t>
            </a:r>
            <a:endParaRPr sz="342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14" name="Google Shape;214;p16"/>
          <p:cNvSpPr txBox="1"/>
          <p:nvPr/>
        </p:nvSpPr>
        <p:spPr>
          <a:xfrm>
            <a:off x="6062372" y="3681556"/>
            <a:ext cx="2087700" cy="59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2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?</a:t>
            </a:r>
            <a:endParaRPr sz="342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15" name="Google Shape;215;p16"/>
          <p:cNvSpPr/>
          <p:nvPr/>
        </p:nvSpPr>
        <p:spPr>
          <a:xfrm>
            <a:off x="2971687" y="643938"/>
            <a:ext cx="1801462" cy="1801462"/>
          </a:xfrm>
          <a:custGeom>
            <a:rect b="b" l="l" r="r" t="t"/>
            <a:pathLst>
              <a:path extrusionOk="0" h="1801462" w="1801462">
                <a:moveTo>
                  <a:pt x="0" y="0"/>
                </a:moveTo>
                <a:lnTo>
                  <a:pt x="1801462" y="0"/>
                </a:lnTo>
                <a:lnTo>
                  <a:pt x="1801462" y="1801463"/>
                </a:lnTo>
                <a:lnTo>
                  <a:pt x="0" y="18014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6" name="Google Shape;216;p16"/>
          <p:cNvSpPr txBox="1"/>
          <p:nvPr/>
        </p:nvSpPr>
        <p:spPr>
          <a:xfrm>
            <a:off x="9256268" y="2847117"/>
            <a:ext cx="15891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12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{{MoisFR}}</a:t>
            </a:r>
            <a:endParaRPr sz="2123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17" name="Google Shape;217;p16"/>
          <p:cNvSpPr txBox="1"/>
          <p:nvPr/>
        </p:nvSpPr>
        <p:spPr>
          <a:xfrm>
            <a:off x="5941238" y="2847125"/>
            <a:ext cx="2305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12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{{MoisAvantFR}}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18" name="Google Shape;218;p16"/>
          <p:cNvSpPr txBox="1"/>
          <p:nvPr/>
        </p:nvSpPr>
        <p:spPr>
          <a:xfrm>
            <a:off x="8687917" y="4656934"/>
            <a:ext cx="26508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2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?</a:t>
            </a:r>
            <a:endParaRPr sz="342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19" name="Google Shape;219;p16"/>
          <p:cNvSpPr txBox="1"/>
          <p:nvPr/>
        </p:nvSpPr>
        <p:spPr>
          <a:xfrm>
            <a:off x="6062372" y="4656934"/>
            <a:ext cx="2087700" cy="59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2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?</a:t>
            </a:r>
            <a:endParaRPr sz="342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0" name="Google Shape;220;p16"/>
          <p:cNvSpPr txBox="1"/>
          <p:nvPr/>
        </p:nvSpPr>
        <p:spPr>
          <a:xfrm>
            <a:off x="8687917" y="6706505"/>
            <a:ext cx="26508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2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?</a:t>
            </a:r>
            <a:endParaRPr sz="342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1" name="Google Shape;221;p16"/>
          <p:cNvSpPr txBox="1"/>
          <p:nvPr/>
        </p:nvSpPr>
        <p:spPr>
          <a:xfrm>
            <a:off x="6062372" y="6706505"/>
            <a:ext cx="2087700" cy="59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2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?</a:t>
            </a:r>
            <a:endParaRPr sz="342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2" name="Google Shape;222;p16"/>
          <p:cNvSpPr txBox="1"/>
          <p:nvPr/>
        </p:nvSpPr>
        <p:spPr>
          <a:xfrm>
            <a:off x="8687917" y="7681883"/>
            <a:ext cx="26508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2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?</a:t>
            </a:r>
            <a:endParaRPr sz="3428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3" name="Google Shape;223;p16"/>
          <p:cNvSpPr txBox="1"/>
          <p:nvPr/>
        </p:nvSpPr>
        <p:spPr>
          <a:xfrm>
            <a:off x="6062372" y="7681883"/>
            <a:ext cx="2087700" cy="59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342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?</a:t>
            </a:r>
            <a:endParaRPr sz="3428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28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224" name="Google Shape;224;p16" title="braces (1)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 rot="10800000">
            <a:off x="10507326" y="6366651"/>
            <a:ext cx="2208724" cy="2208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16" title="braces (1)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 rot="10800000">
            <a:off x="10507326" y="3329988"/>
            <a:ext cx="2208724" cy="220872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6" name="Google Shape;226;p16"/>
          <p:cNvGrpSpPr/>
          <p:nvPr/>
        </p:nvGrpSpPr>
        <p:grpSpPr>
          <a:xfrm>
            <a:off x="12161950" y="4174505"/>
            <a:ext cx="3736329" cy="498217"/>
            <a:chOff x="0" y="-57150"/>
            <a:chExt cx="4607064" cy="614400"/>
          </a:xfrm>
        </p:grpSpPr>
        <p:sp>
          <p:nvSpPr>
            <p:cNvPr id="227" name="Google Shape;227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</p:sp>
        <p:sp>
          <p:nvSpPr>
            <p:cNvPr id="228" name="Google Shape;228;p16"/>
            <p:cNvSpPr txBox="1"/>
            <p:nvPr/>
          </p:nvSpPr>
          <p:spPr>
            <a:xfrm>
              <a:off x="177800" y="-57150"/>
              <a:ext cx="4353000" cy="6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9175" lIns="29175" spcFirstLastPara="1" rIns="29175" wrap="square" tIns="29175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3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9" name="Google Shape;229;p16"/>
          <p:cNvSpPr txBox="1"/>
          <p:nvPr/>
        </p:nvSpPr>
        <p:spPr>
          <a:xfrm>
            <a:off x="12698000" y="4309744"/>
            <a:ext cx="2886000" cy="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1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Budget</a:t>
            </a:r>
            <a:endParaRPr sz="804"/>
          </a:p>
        </p:txBody>
      </p:sp>
      <p:sp>
        <p:nvSpPr>
          <p:cNvPr id="230" name="Google Shape;230;p16"/>
          <p:cNvSpPr txBox="1"/>
          <p:nvPr/>
        </p:nvSpPr>
        <p:spPr>
          <a:xfrm>
            <a:off x="16259670" y="4199534"/>
            <a:ext cx="1727100" cy="49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36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?</a:t>
            </a:r>
            <a:r>
              <a:rPr lang="en-US" sz="2836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 sz="2836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231" name="Google Shape;231;p16"/>
          <p:cNvGrpSpPr/>
          <p:nvPr/>
        </p:nvGrpSpPr>
        <p:grpSpPr>
          <a:xfrm>
            <a:off x="12161950" y="7211155"/>
            <a:ext cx="3736329" cy="498217"/>
            <a:chOff x="0" y="-57150"/>
            <a:chExt cx="4607064" cy="614400"/>
          </a:xfrm>
        </p:grpSpPr>
        <p:sp>
          <p:nvSpPr>
            <p:cNvPr id="232" name="Google Shape;232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</p:sp>
        <p:sp>
          <p:nvSpPr>
            <p:cNvPr id="233" name="Google Shape;233;p16"/>
            <p:cNvSpPr txBox="1"/>
            <p:nvPr/>
          </p:nvSpPr>
          <p:spPr>
            <a:xfrm>
              <a:off x="177800" y="-57150"/>
              <a:ext cx="4353000" cy="6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9175" lIns="29175" spcFirstLastPara="1" rIns="29175" wrap="square" tIns="29175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3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4" name="Google Shape;234;p16"/>
          <p:cNvSpPr txBox="1"/>
          <p:nvPr/>
        </p:nvSpPr>
        <p:spPr>
          <a:xfrm>
            <a:off x="12698000" y="7346394"/>
            <a:ext cx="2886000" cy="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1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Budget</a:t>
            </a:r>
            <a:endParaRPr sz="804"/>
          </a:p>
        </p:txBody>
      </p:sp>
      <p:sp>
        <p:nvSpPr>
          <p:cNvPr id="235" name="Google Shape;235;p16"/>
          <p:cNvSpPr txBox="1"/>
          <p:nvPr/>
        </p:nvSpPr>
        <p:spPr>
          <a:xfrm>
            <a:off x="16259670" y="7236184"/>
            <a:ext cx="1727100" cy="49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36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?</a:t>
            </a:r>
            <a:r>
              <a:rPr lang="en-US" sz="2836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 sz="2836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236" name="Google Shape;236;p16"/>
          <p:cNvGrpSpPr/>
          <p:nvPr/>
        </p:nvGrpSpPr>
        <p:grpSpPr>
          <a:xfrm>
            <a:off x="330024" y="4619625"/>
            <a:ext cx="5295359" cy="602296"/>
            <a:chOff x="0" y="-57150"/>
            <a:chExt cx="4607064" cy="614400"/>
          </a:xfrm>
        </p:grpSpPr>
        <p:sp>
          <p:nvSpPr>
            <p:cNvPr id="237" name="Google Shape;237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238" name="Google Shape;238;p16"/>
            <p:cNvSpPr txBox="1"/>
            <p:nvPr/>
          </p:nvSpPr>
          <p:spPr>
            <a:xfrm>
              <a:off x="177800" y="-57150"/>
              <a:ext cx="4353000" cy="6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5275" lIns="35275" spcFirstLastPara="1" rIns="35275" wrap="square" tIns="35275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4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9" name="Google Shape;239;p16"/>
          <p:cNvSpPr/>
          <p:nvPr/>
        </p:nvSpPr>
        <p:spPr>
          <a:xfrm>
            <a:off x="784140" y="4751291"/>
            <a:ext cx="395065" cy="395065"/>
          </a:xfrm>
          <a:custGeom>
            <a:rect b="b" l="l" r="r" t="t"/>
            <a:pathLst>
              <a:path extrusionOk="0" h="568439" w="568439">
                <a:moveTo>
                  <a:pt x="0" y="0"/>
                </a:moveTo>
                <a:lnTo>
                  <a:pt x="568439" y="0"/>
                </a:lnTo>
                <a:lnTo>
                  <a:pt x="568439" y="568440"/>
                </a:lnTo>
                <a:lnTo>
                  <a:pt x="0" y="568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0" name="Google Shape;240;p16"/>
          <p:cNvSpPr txBox="1"/>
          <p:nvPr/>
        </p:nvSpPr>
        <p:spPr>
          <a:xfrm>
            <a:off x="1233509" y="4827780"/>
            <a:ext cx="3488400" cy="2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72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interraction Insta  ()</a:t>
            </a:r>
            <a:endParaRPr sz="972"/>
          </a:p>
        </p:txBody>
      </p:sp>
      <p:grpSp>
        <p:nvGrpSpPr>
          <p:cNvPr id="241" name="Google Shape;241;p16"/>
          <p:cNvGrpSpPr/>
          <p:nvPr/>
        </p:nvGrpSpPr>
        <p:grpSpPr>
          <a:xfrm>
            <a:off x="330024" y="6669200"/>
            <a:ext cx="5295359" cy="602296"/>
            <a:chOff x="0" y="-57150"/>
            <a:chExt cx="4607064" cy="614400"/>
          </a:xfrm>
        </p:grpSpPr>
        <p:sp>
          <p:nvSpPr>
            <p:cNvPr id="242" name="Google Shape;242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AA84F"/>
            </a:solidFill>
            <a:ln>
              <a:noFill/>
            </a:ln>
          </p:spPr>
        </p:sp>
        <p:sp>
          <p:nvSpPr>
            <p:cNvPr id="243" name="Google Shape;243;p16"/>
            <p:cNvSpPr txBox="1"/>
            <p:nvPr/>
          </p:nvSpPr>
          <p:spPr>
            <a:xfrm>
              <a:off x="177800" y="-57150"/>
              <a:ext cx="4353000" cy="6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5275" lIns="35275" spcFirstLastPara="1" rIns="35275" wrap="square" tIns="35275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4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4" name="Google Shape;244;p16"/>
          <p:cNvSpPr/>
          <p:nvPr/>
        </p:nvSpPr>
        <p:spPr>
          <a:xfrm>
            <a:off x="784140" y="6800866"/>
            <a:ext cx="395065" cy="395065"/>
          </a:xfrm>
          <a:custGeom>
            <a:rect b="b" l="l" r="r" t="t"/>
            <a:pathLst>
              <a:path extrusionOk="0" h="568439" w="568439">
                <a:moveTo>
                  <a:pt x="0" y="0"/>
                </a:moveTo>
                <a:lnTo>
                  <a:pt x="568439" y="0"/>
                </a:lnTo>
                <a:lnTo>
                  <a:pt x="568439" y="568440"/>
                </a:lnTo>
                <a:lnTo>
                  <a:pt x="0" y="568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5" name="Google Shape;245;p16"/>
          <p:cNvSpPr txBox="1"/>
          <p:nvPr/>
        </p:nvSpPr>
        <p:spPr>
          <a:xfrm>
            <a:off x="1233509" y="6877355"/>
            <a:ext cx="3488400" cy="2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72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interraction Facebook (Retarget)</a:t>
            </a:r>
            <a:endParaRPr sz="972"/>
          </a:p>
        </p:txBody>
      </p:sp>
      <p:grpSp>
        <p:nvGrpSpPr>
          <p:cNvPr id="246" name="Google Shape;246;p16"/>
          <p:cNvGrpSpPr/>
          <p:nvPr/>
        </p:nvGrpSpPr>
        <p:grpSpPr>
          <a:xfrm>
            <a:off x="330024" y="7644575"/>
            <a:ext cx="5295359" cy="602296"/>
            <a:chOff x="0" y="-57150"/>
            <a:chExt cx="4607064" cy="614400"/>
          </a:xfrm>
        </p:grpSpPr>
        <p:sp>
          <p:nvSpPr>
            <p:cNvPr id="247" name="Google Shape;247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C78D8"/>
            </a:solidFill>
            <a:ln>
              <a:noFill/>
            </a:ln>
          </p:spPr>
        </p:sp>
        <p:sp>
          <p:nvSpPr>
            <p:cNvPr id="248" name="Google Shape;248;p16"/>
            <p:cNvSpPr txBox="1"/>
            <p:nvPr/>
          </p:nvSpPr>
          <p:spPr>
            <a:xfrm>
              <a:off x="177800" y="-57150"/>
              <a:ext cx="4353000" cy="6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5275" lIns="35275" spcFirstLastPara="1" rIns="35275" wrap="square" tIns="35275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4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9" name="Google Shape;249;p16"/>
          <p:cNvSpPr/>
          <p:nvPr/>
        </p:nvSpPr>
        <p:spPr>
          <a:xfrm>
            <a:off x="784140" y="7776241"/>
            <a:ext cx="395065" cy="395065"/>
          </a:xfrm>
          <a:custGeom>
            <a:rect b="b" l="l" r="r" t="t"/>
            <a:pathLst>
              <a:path extrusionOk="0" h="568439" w="568439">
                <a:moveTo>
                  <a:pt x="0" y="0"/>
                </a:moveTo>
                <a:lnTo>
                  <a:pt x="568439" y="0"/>
                </a:lnTo>
                <a:lnTo>
                  <a:pt x="568439" y="568440"/>
                </a:lnTo>
                <a:lnTo>
                  <a:pt x="0" y="568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0" name="Google Shape;250;p16"/>
          <p:cNvSpPr txBox="1"/>
          <p:nvPr/>
        </p:nvSpPr>
        <p:spPr>
          <a:xfrm>
            <a:off x="1233509" y="7852730"/>
            <a:ext cx="3488400" cy="2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72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interraction Insta ()</a:t>
            </a:r>
            <a:endParaRPr sz="972"/>
          </a:p>
        </p:txBody>
      </p:sp>
      <p:pic>
        <p:nvPicPr>
          <p:cNvPr id="251" name="Google Shape;251;p16" title="sac-dargent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3185000" y="4260273"/>
            <a:ext cx="326721" cy="32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16" title="sac-dargent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3358375" y="7296911"/>
            <a:ext cx="326721" cy="32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7"/>
          <p:cNvSpPr/>
          <p:nvPr/>
        </p:nvSpPr>
        <p:spPr>
          <a:xfrm>
            <a:off x="611870" y="34075"/>
            <a:ext cx="22228579" cy="10252932"/>
          </a:xfrm>
          <a:custGeom>
            <a:rect b="b" l="l" r="r" t="t"/>
            <a:pathLst>
              <a:path extrusionOk="0" h="10252932" w="22228579">
                <a:moveTo>
                  <a:pt x="0" y="0"/>
                </a:moveTo>
                <a:lnTo>
                  <a:pt x="22228579" y="0"/>
                </a:lnTo>
                <a:lnTo>
                  <a:pt x="22228579" y="10252932"/>
                </a:lnTo>
                <a:lnTo>
                  <a:pt x="0" y="10252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3000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58" name="Google Shape;258;p17"/>
          <p:cNvGrpSpPr/>
          <p:nvPr/>
        </p:nvGrpSpPr>
        <p:grpSpPr>
          <a:xfrm>
            <a:off x="3026511" y="3659931"/>
            <a:ext cx="6762674" cy="873821"/>
            <a:chOff x="0" y="-38100"/>
            <a:chExt cx="4607064" cy="595289"/>
          </a:xfrm>
        </p:grpSpPr>
        <p:sp>
          <p:nvSpPr>
            <p:cNvPr id="259" name="Google Shape;259;p17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ECD00"/>
            </a:solidFill>
            <a:ln>
              <a:noFill/>
            </a:ln>
          </p:spPr>
        </p:sp>
        <p:sp>
          <p:nvSpPr>
            <p:cNvPr id="260" name="Google Shape;260;p17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1" name="Google Shape;261;p17"/>
          <p:cNvSpPr/>
          <p:nvPr/>
        </p:nvSpPr>
        <p:spPr>
          <a:xfrm>
            <a:off x="3632711" y="3872856"/>
            <a:ext cx="465565" cy="451175"/>
          </a:xfrm>
          <a:custGeom>
            <a:rect b="b" l="l" r="r" t="t"/>
            <a:pathLst>
              <a:path extrusionOk="0" h="451175" w="465565">
                <a:moveTo>
                  <a:pt x="0" y="0"/>
                </a:moveTo>
                <a:lnTo>
                  <a:pt x="465565" y="0"/>
                </a:lnTo>
                <a:lnTo>
                  <a:pt x="465565" y="451175"/>
                </a:lnTo>
                <a:lnTo>
                  <a:pt x="0" y="4511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2" name="Google Shape;262;p17"/>
          <p:cNvSpPr txBox="1"/>
          <p:nvPr/>
        </p:nvSpPr>
        <p:spPr>
          <a:xfrm>
            <a:off x="4254248" y="3901619"/>
            <a:ext cx="4822200" cy="3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5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 Int</a:t>
            </a:r>
            <a:r>
              <a:rPr b="1" lang="en-US" sz="2355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éractions</a:t>
            </a:r>
            <a:endParaRPr/>
          </a:p>
        </p:txBody>
      </p:sp>
      <p:sp>
        <p:nvSpPr>
          <p:cNvPr id="263" name="Google Shape;263;p17"/>
          <p:cNvSpPr txBox="1"/>
          <p:nvPr/>
        </p:nvSpPr>
        <p:spPr>
          <a:xfrm>
            <a:off x="4425496" y="1019175"/>
            <a:ext cx="9437009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SYNTHÈSE </a:t>
            </a:r>
            <a:endParaRPr/>
          </a:p>
        </p:txBody>
      </p:sp>
      <p:grpSp>
        <p:nvGrpSpPr>
          <p:cNvPr id="264" name="Google Shape;264;p17"/>
          <p:cNvGrpSpPr/>
          <p:nvPr/>
        </p:nvGrpSpPr>
        <p:grpSpPr>
          <a:xfrm>
            <a:off x="3128001" y="5080263"/>
            <a:ext cx="6456348" cy="834239"/>
            <a:chOff x="0" y="-38100"/>
            <a:chExt cx="4607064" cy="595289"/>
          </a:xfrm>
        </p:grpSpPr>
        <p:sp>
          <p:nvSpPr>
            <p:cNvPr id="265" name="Google Shape;265;p17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14D"/>
            </a:solidFill>
            <a:ln>
              <a:noFill/>
            </a:ln>
          </p:spPr>
        </p:sp>
        <p:sp>
          <p:nvSpPr>
            <p:cNvPr id="266" name="Google Shape;266;p17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7" name="Google Shape;267;p17"/>
          <p:cNvSpPr txBox="1"/>
          <p:nvPr/>
        </p:nvSpPr>
        <p:spPr>
          <a:xfrm>
            <a:off x="4098276" y="5285841"/>
            <a:ext cx="5134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86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 des clics</a:t>
            </a:r>
            <a:endParaRPr/>
          </a:p>
        </p:txBody>
      </p:sp>
      <p:grpSp>
        <p:nvGrpSpPr>
          <p:cNvPr id="268" name="Google Shape;268;p17"/>
          <p:cNvGrpSpPr/>
          <p:nvPr/>
        </p:nvGrpSpPr>
        <p:grpSpPr>
          <a:xfrm>
            <a:off x="3179674" y="6410111"/>
            <a:ext cx="6456348" cy="834239"/>
            <a:chOff x="0" y="-38100"/>
            <a:chExt cx="4607064" cy="595289"/>
          </a:xfrm>
        </p:grpSpPr>
        <p:sp>
          <p:nvSpPr>
            <p:cNvPr id="269" name="Google Shape;269;p17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  <p:sp>
          <p:nvSpPr>
            <p:cNvPr id="270" name="Google Shape;270;p17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1" name="Google Shape;271;p17"/>
          <p:cNvSpPr/>
          <p:nvPr/>
        </p:nvSpPr>
        <p:spPr>
          <a:xfrm>
            <a:off x="4423237" y="6524879"/>
            <a:ext cx="698413" cy="616349"/>
          </a:xfrm>
          <a:custGeom>
            <a:rect b="b" l="l" r="r" t="t"/>
            <a:pathLst>
              <a:path extrusionOk="0" h="616349" w="698413">
                <a:moveTo>
                  <a:pt x="0" y="0"/>
                </a:moveTo>
                <a:lnTo>
                  <a:pt x="698413" y="0"/>
                </a:lnTo>
                <a:lnTo>
                  <a:pt x="698413" y="616349"/>
                </a:lnTo>
                <a:lnTo>
                  <a:pt x="0" y="6163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2" name="Google Shape;272;p17"/>
          <p:cNvSpPr txBox="1"/>
          <p:nvPr/>
        </p:nvSpPr>
        <p:spPr>
          <a:xfrm>
            <a:off x="4098276" y="6594815"/>
            <a:ext cx="5134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86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CPC</a:t>
            </a:r>
            <a:endParaRPr/>
          </a:p>
        </p:txBody>
      </p:sp>
      <p:grpSp>
        <p:nvGrpSpPr>
          <p:cNvPr id="273" name="Google Shape;273;p17"/>
          <p:cNvGrpSpPr/>
          <p:nvPr/>
        </p:nvGrpSpPr>
        <p:grpSpPr>
          <a:xfrm>
            <a:off x="3128001" y="7767065"/>
            <a:ext cx="6456348" cy="834239"/>
            <a:chOff x="0" y="-38100"/>
            <a:chExt cx="4607064" cy="595289"/>
          </a:xfrm>
        </p:grpSpPr>
        <p:sp>
          <p:nvSpPr>
            <p:cNvPr id="274" name="Google Shape;274;p17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A9F4"/>
            </a:solidFill>
            <a:ln>
              <a:noFill/>
            </a:ln>
          </p:spPr>
        </p:sp>
        <p:sp>
          <p:nvSpPr>
            <p:cNvPr id="275" name="Google Shape;275;p17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6" name="Google Shape;276;p17"/>
          <p:cNvSpPr txBox="1"/>
          <p:nvPr/>
        </p:nvSpPr>
        <p:spPr>
          <a:xfrm>
            <a:off x="4205425" y="7972642"/>
            <a:ext cx="5134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86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 budget Meta</a:t>
            </a:r>
            <a:endParaRPr/>
          </a:p>
        </p:txBody>
      </p:sp>
      <p:sp>
        <p:nvSpPr>
          <p:cNvPr id="277" name="Google Shape;277;p17"/>
          <p:cNvSpPr/>
          <p:nvPr/>
        </p:nvSpPr>
        <p:spPr>
          <a:xfrm>
            <a:off x="4370664" y="7899128"/>
            <a:ext cx="698413" cy="616349"/>
          </a:xfrm>
          <a:custGeom>
            <a:rect b="b" l="l" r="r" t="t"/>
            <a:pathLst>
              <a:path extrusionOk="0" h="616349" w="698413">
                <a:moveTo>
                  <a:pt x="0" y="0"/>
                </a:moveTo>
                <a:lnTo>
                  <a:pt x="698413" y="0"/>
                </a:lnTo>
                <a:lnTo>
                  <a:pt x="698413" y="616350"/>
                </a:lnTo>
                <a:lnTo>
                  <a:pt x="0" y="6163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8" name="Google Shape;278;p17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79" name="Google Shape;279;p17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280" name="Google Shape;280;p17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281" name="Google Shape;281;p17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2" name="Google Shape;282;p17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283" name="Google Shape;283;p17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284" name="Google Shape;284;p17"/>
          <p:cNvCxnSpPr/>
          <p:nvPr/>
        </p:nvCxnSpPr>
        <p:spPr>
          <a:xfrm rot="10800000">
            <a:off x="13391880" y="3307590"/>
            <a:ext cx="0" cy="5982600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85" name="Google Shape;285;p17"/>
          <p:cNvSpPr txBox="1"/>
          <p:nvPr/>
        </p:nvSpPr>
        <p:spPr>
          <a:xfrm>
            <a:off x="14372112" y="3169723"/>
            <a:ext cx="1712486" cy="3267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Juillet 2025</a:t>
            </a:r>
            <a:endParaRPr/>
          </a:p>
        </p:txBody>
      </p:sp>
      <p:sp>
        <p:nvSpPr>
          <p:cNvPr id="286" name="Google Shape;286;p17"/>
          <p:cNvSpPr txBox="1"/>
          <p:nvPr/>
        </p:nvSpPr>
        <p:spPr>
          <a:xfrm>
            <a:off x="13891150" y="3722250"/>
            <a:ext cx="33873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?</a:t>
            </a:r>
            <a:endParaRPr sz="4976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87" name="Google Shape;287;p17"/>
          <p:cNvSpPr txBox="1"/>
          <p:nvPr/>
        </p:nvSpPr>
        <p:spPr>
          <a:xfrm>
            <a:off x="13891150" y="5085325"/>
            <a:ext cx="33873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{{clicM}}</a:t>
            </a:r>
            <a:endParaRPr sz="4343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88" name="Google Shape;288;p17"/>
          <p:cNvSpPr txBox="1"/>
          <p:nvPr/>
        </p:nvSpPr>
        <p:spPr>
          <a:xfrm>
            <a:off x="13921400" y="6496300"/>
            <a:ext cx="33873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{{cpcM}} €</a:t>
            </a:r>
            <a:endParaRPr sz="4976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89" name="Google Shape;289;p17"/>
          <p:cNvSpPr txBox="1"/>
          <p:nvPr/>
        </p:nvSpPr>
        <p:spPr>
          <a:xfrm>
            <a:off x="13891300" y="7870550"/>
            <a:ext cx="3387300" cy="7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7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</a:t>
            </a: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coutM</a:t>
            </a:r>
            <a:r>
              <a:rPr lang="en-US" sz="497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}}</a:t>
            </a:r>
            <a:r>
              <a:rPr b="0" i="0" lang="en-US" sz="4976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/>
          </a:p>
        </p:txBody>
      </p:sp>
      <p:sp>
        <p:nvSpPr>
          <p:cNvPr id="290" name="Google Shape;290;p17"/>
          <p:cNvSpPr txBox="1"/>
          <p:nvPr/>
        </p:nvSpPr>
        <p:spPr>
          <a:xfrm>
            <a:off x="10113035" y="3172104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/>
          </a:p>
        </p:txBody>
      </p:sp>
      <p:sp>
        <p:nvSpPr>
          <p:cNvPr id="291" name="Google Shape;291;p17"/>
          <p:cNvSpPr txBox="1"/>
          <p:nvPr/>
        </p:nvSpPr>
        <p:spPr>
          <a:xfrm>
            <a:off x="10113025" y="3729400"/>
            <a:ext cx="31332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?</a:t>
            </a:r>
            <a:endParaRPr sz="4976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92" name="Google Shape;292;p17"/>
          <p:cNvSpPr txBox="1"/>
          <p:nvPr/>
        </p:nvSpPr>
        <p:spPr>
          <a:xfrm>
            <a:off x="9584349" y="5092475"/>
            <a:ext cx="36618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{{clicMlast}}</a:t>
            </a:r>
            <a:endParaRPr sz="4343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93" name="Google Shape;293;p17"/>
          <p:cNvSpPr txBox="1"/>
          <p:nvPr/>
        </p:nvSpPr>
        <p:spPr>
          <a:xfrm>
            <a:off x="10112975" y="6503450"/>
            <a:ext cx="3133200" cy="17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{{cpcMlast}} €</a:t>
            </a:r>
            <a:endParaRPr sz="4976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94" name="Google Shape;294;p17"/>
          <p:cNvSpPr txBox="1"/>
          <p:nvPr/>
        </p:nvSpPr>
        <p:spPr>
          <a:xfrm>
            <a:off x="10112975" y="7877700"/>
            <a:ext cx="3133200" cy="17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76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</a:t>
            </a: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coutMlast</a:t>
            </a:r>
            <a:r>
              <a:rPr lang="en-US" sz="4976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}} €</a:t>
            </a:r>
            <a:endParaRPr sz="4976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95" name="Google Shape;295;p17"/>
          <p:cNvSpPr/>
          <p:nvPr/>
        </p:nvSpPr>
        <p:spPr>
          <a:xfrm>
            <a:off x="4552435" y="5313642"/>
            <a:ext cx="334871" cy="445012"/>
          </a:xfrm>
          <a:custGeom>
            <a:rect b="b" l="l" r="r" t="t"/>
            <a:pathLst>
              <a:path extrusionOk="0" h="445012" w="334871">
                <a:moveTo>
                  <a:pt x="0" y="0"/>
                </a:moveTo>
                <a:lnTo>
                  <a:pt x="334871" y="0"/>
                </a:lnTo>
                <a:lnTo>
                  <a:pt x="334871" y="445012"/>
                </a:lnTo>
                <a:lnTo>
                  <a:pt x="0" y="4450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6" name="Google Shape;296;p17"/>
          <p:cNvSpPr txBox="1"/>
          <p:nvPr/>
        </p:nvSpPr>
        <p:spPr>
          <a:xfrm>
            <a:off x="13921394" y="2980875"/>
            <a:ext cx="3337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{{MoisFR}}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97" name="Google Shape;297;p17"/>
          <p:cNvSpPr txBox="1"/>
          <p:nvPr/>
        </p:nvSpPr>
        <p:spPr>
          <a:xfrm>
            <a:off x="10113025" y="2980875"/>
            <a:ext cx="31332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{{MoisAvantFR}}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8"/>
          <p:cNvSpPr/>
          <p:nvPr/>
        </p:nvSpPr>
        <p:spPr>
          <a:xfrm>
            <a:off x="0" y="34068"/>
            <a:ext cx="22228579" cy="10252932"/>
          </a:xfrm>
          <a:custGeom>
            <a:rect b="b" l="l" r="r" t="t"/>
            <a:pathLst>
              <a:path extrusionOk="0" h="10252932" w="22228579">
                <a:moveTo>
                  <a:pt x="0" y="0"/>
                </a:moveTo>
                <a:lnTo>
                  <a:pt x="22228579" y="0"/>
                </a:lnTo>
                <a:lnTo>
                  <a:pt x="22228579" y="10252932"/>
                </a:lnTo>
                <a:lnTo>
                  <a:pt x="0" y="10252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3" name="Google Shape;303;p18"/>
          <p:cNvSpPr/>
          <p:nvPr/>
        </p:nvSpPr>
        <p:spPr>
          <a:xfrm>
            <a:off x="1875581" y="4349644"/>
            <a:ext cx="14536837" cy="1587711"/>
          </a:xfrm>
          <a:custGeom>
            <a:rect b="b" l="l" r="r" t="t"/>
            <a:pathLst>
              <a:path extrusionOk="0" h="1587711" w="14536837">
                <a:moveTo>
                  <a:pt x="0" y="0"/>
                </a:moveTo>
                <a:lnTo>
                  <a:pt x="14536838" y="0"/>
                </a:lnTo>
                <a:lnTo>
                  <a:pt x="14536838" y="1587712"/>
                </a:lnTo>
                <a:lnTo>
                  <a:pt x="0" y="15877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4" name="Google Shape;304;p18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05" name="Google Shape;305;p18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306" name="Google Shape;306;p18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307" name="Google Shape;307;p18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