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Anton"/>
      <p:regular r:id="rId14"/>
    </p:embeddedFont>
    <p:embeddedFont>
      <p:font typeface="Poppins"/>
      <p:bold r:id="rId15"/>
      <p:boldItalic r:id="rId16"/>
    </p:embeddedFont>
    <p:embeddedFont>
      <p:font typeface="Allerta Stencil"/>
      <p:regular r:id="rId17"/>
    </p:embeddedFont>
    <p:embeddedFont>
      <p:font typeface="DM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Anton-regular.fntdata"/><Relationship Id="rId17" Type="http://schemas.openxmlformats.org/officeDocument/2006/relationships/font" Target="fonts/AllertaStencil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56ef6f76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b56ef6f76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56ef6f76c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b56ef6f76c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4.png"/><Relationship Id="rId4" Type="http://schemas.openxmlformats.org/officeDocument/2006/relationships/image" Target="../media/image9.jp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33.png"/><Relationship Id="rId13" Type="http://schemas.openxmlformats.org/officeDocument/2006/relationships/image" Target="../media/image22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5" Type="http://schemas.openxmlformats.org/officeDocument/2006/relationships/image" Target="../media/image3.png"/><Relationship Id="rId6" Type="http://schemas.openxmlformats.org/officeDocument/2006/relationships/image" Target="../media/image27.png"/><Relationship Id="rId7" Type="http://schemas.openxmlformats.org/officeDocument/2006/relationships/image" Target="../media/image10.png"/><Relationship Id="rId8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32.png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EvoPro Informatique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22981" y="37686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16454" y="39584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19136" y="39980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6430271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6666124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7622421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7880125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658564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780578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8 111</a:t>
            </a:r>
            <a:endParaRPr sz="1263"/>
          </a:p>
        </p:txBody>
      </p:sp>
      <p:sp>
        <p:nvSpPr>
          <p:cNvPr id="135" name="Google Shape;135;p14"/>
          <p:cNvSpPr txBox="1"/>
          <p:nvPr/>
        </p:nvSpPr>
        <p:spPr>
          <a:xfrm>
            <a:off x="12747865" y="40151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137 499</a:t>
            </a:r>
            <a:endParaRPr sz="1263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3 967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75966" y="39980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171 276</a:t>
            </a:r>
            <a:endParaRPr sz="1263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659865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4 197</a:t>
            </a:r>
            <a:endParaRPr sz="1263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657201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4 704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781880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96</a:t>
            </a:r>
            <a:endParaRPr sz="1263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779216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602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7" name="Google Shape;147;p15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48" name="Google Shape;148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49" name="Google Shape;149;p15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5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151" name="Google Shape;151;p15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2" name="Google Shape;152;p15"/>
          <p:cNvGrpSpPr/>
          <p:nvPr/>
        </p:nvGrpSpPr>
        <p:grpSpPr>
          <a:xfrm>
            <a:off x="2111150" y="2887324"/>
            <a:ext cx="6043086" cy="595706"/>
            <a:chOff x="0" y="-38100"/>
            <a:chExt cx="4607064" cy="595289"/>
          </a:xfrm>
        </p:grpSpPr>
        <p:sp>
          <p:nvSpPr>
            <p:cNvPr id="153" name="Google Shape;153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00"/>
            </a:solidFill>
            <a:ln>
              <a:noFill/>
            </a:ln>
          </p:spPr>
        </p:sp>
        <p:sp>
          <p:nvSpPr>
            <p:cNvPr id="154" name="Google Shape;154;p15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50" lIns="40850" spcFirstLastPara="1" rIns="40850" wrap="square" tIns="408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15"/>
          <p:cNvSpPr txBox="1"/>
          <p:nvPr/>
        </p:nvSpPr>
        <p:spPr>
          <a:xfrm>
            <a:off x="3663200" y="3044925"/>
            <a:ext cx="3795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3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d’Accueil</a:t>
            </a:r>
            <a:endParaRPr sz="1126"/>
          </a:p>
        </p:txBody>
      </p:sp>
      <p:sp>
        <p:nvSpPr>
          <p:cNvPr id="156" name="Google Shape;156;p15"/>
          <p:cNvSpPr txBox="1"/>
          <p:nvPr/>
        </p:nvSpPr>
        <p:spPr>
          <a:xfrm>
            <a:off x="11702527" y="2197288"/>
            <a:ext cx="39420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1915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7843300" y="2184100"/>
            <a:ext cx="3984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11955110" y="2931834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1 286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59" name="Google Shape;159;p15"/>
          <p:cNvGrpSpPr/>
          <p:nvPr/>
        </p:nvGrpSpPr>
        <p:grpSpPr>
          <a:xfrm>
            <a:off x="2111150" y="3656799"/>
            <a:ext cx="6043086" cy="595706"/>
            <a:chOff x="0" y="-38100"/>
            <a:chExt cx="4607064" cy="595289"/>
          </a:xfrm>
        </p:grpSpPr>
        <p:sp>
          <p:nvSpPr>
            <p:cNvPr id="160" name="Google Shape;160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</p:sp>
        <p:sp>
          <p:nvSpPr>
            <p:cNvPr id="161" name="Google Shape;161;p15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50" lIns="40850" spcFirstLastPara="1" rIns="40850" wrap="square" tIns="408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15"/>
          <p:cNvSpPr txBox="1"/>
          <p:nvPr/>
        </p:nvSpPr>
        <p:spPr>
          <a:xfrm>
            <a:off x="3663200" y="3814400"/>
            <a:ext cx="3795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3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PC GAMER</a:t>
            </a:r>
            <a:endParaRPr sz="1126"/>
          </a:p>
        </p:txBody>
      </p:sp>
      <p:sp>
        <p:nvSpPr>
          <p:cNvPr id="163" name="Google Shape;163;p15"/>
          <p:cNvSpPr txBox="1"/>
          <p:nvPr/>
        </p:nvSpPr>
        <p:spPr>
          <a:xfrm>
            <a:off x="11955110" y="3701309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328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64" name="Google Shape;164;p15"/>
          <p:cNvGrpSpPr/>
          <p:nvPr/>
        </p:nvGrpSpPr>
        <p:grpSpPr>
          <a:xfrm>
            <a:off x="2111150" y="4412874"/>
            <a:ext cx="6043086" cy="595706"/>
            <a:chOff x="0" y="-38100"/>
            <a:chExt cx="4607064" cy="595289"/>
          </a:xfrm>
        </p:grpSpPr>
        <p:sp>
          <p:nvSpPr>
            <p:cNvPr id="165" name="Google Shape;16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</p:sp>
        <p:sp>
          <p:nvSpPr>
            <p:cNvPr id="166" name="Google Shape;166;p15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50" lIns="40850" spcFirstLastPara="1" rIns="40850" wrap="square" tIns="408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p15"/>
          <p:cNvSpPr txBox="1"/>
          <p:nvPr/>
        </p:nvSpPr>
        <p:spPr>
          <a:xfrm>
            <a:off x="3663200" y="4570475"/>
            <a:ext cx="3795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3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Parc Informatique</a:t>
            </a:r>
            <a:endParaRPr sz="1126"/>
          </a:p>
        </p:txBody>
      </p:sp>
      <p:sp>
        <p:nvSpPr>
          <p:cNvPr id="168" name="Google Shape;168;p15"/>
          <p:cNvSpPr txBox="1"/>
          <p:nvPr/>
        </p:nvSpPr>
        <p:spPr>
          <a:xfrm>
            <a:off x="11955110" y="4457384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39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69" name="Google Shape;169;p15"/>
          <p:cNvGrpSpPr/>
          <p:nvPr/>
        </p:nvGrpSpPr>
        <p:grpSpPr>
          <a:xfrm>
            <a:off x="2111150" y="5168949"/>
            <a:ext cx="6043086" cy="595706"/>
            <a:chOff x="0" y="-38100"/>
            <a:chExt cx="4607064" cy="595289"/>
          </a:xfrm>
        </p:grpSpPr>
        <p:sp>
          <p:nvSpPr>
            <p:cNvPr id="170" name="Google Shape;170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</p:sp>
        <p:sp>
          <p:nvSpPr>
            <p:cNvPr id="171" name="Google Shape;171;p15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50" lIns="40850" spcFirstLastPara="1" rIns="40850" wrap="square" tIns="408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15"/>
          <p:cNvSpPr txBox="1"/>
          <p:nvPr/>
        </p:nvSpPr>
        <p:spPr>
          <a:xfrm>
            <a:off x="3663200" y="5326550"/>
            <a:ext cx="3795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3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Sauvegarde</a:t>
            </a:r>
            <a:endParaRPr sz="1126"/>
          </a:p>
        </p:txBody>
      </p:sp>
      <p:sp>
        <p:nvSpPr>
          <p:cNvPr id="173" name="Google Shape;173;p15"/>
          <p:cNvSpPr txBox="1"/>
          <p:nvPr/>
        </p:nvSpPr>
        <p:spPr>
          <a:xfrm>
            <a:off x="11955110" y="5213459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19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4" name="Google Shape;174;p15"/>
          <p:cNvGrpSpPr/>
          <p:nvPr/>
        </p:nvGrpSpPr>
        <p:grpSpPr>
          <a:xfrm>
            <a:off x="2111150" y="5925024"/>
            <a:ext cx="6043086" cy="595706"/>
            <a:chOff x="0" y="-38100"/>
            <a:chExt cx="4607064" cy="59528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4B0B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50" lIns="40850" spcFirstLastPara="1" rIns="40850" wrap="square" tIns="408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 txBox="1"/>
          <p:nvPr/>
        </p:nvSpPr>
        <p:spPr>
          <a:xfrm>
            <a:off x="3663200" y="6082625"/>
            <a:ext cx="3795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3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Dépannage</a:t>
            </a:r>
            <a:endParaRPr sz="1126"/>
          </a:p>
        </p:txBody>
      </p:sp>
      <p:sp>
        <p:nvSpPr>
          <p:cNvPr id="178" name="Google Shape;178;p15"/>
          <p:cNvSpPr txBox="1"/>
          <p:nvPr/>
        </p:nvSpPr>
        <p:spPr>
          <a:xfrm>
            <a:off x="11955110" y="5969534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42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9" name="Google Shape;179;p15"/>
          <p:cNvGrpSpPr/>
          <p:nvPr/>
        </p:nvGrpSpPr>
        <p:grpSpPr>
          <a:xfrm>
            <a:off x="2111150" y="6690299"/>
            <a:ext cx="6043086" cy="595706"/>
            <a:chOff x="0" y="-38100"/>
            <a:chExt cx="4607064" cy="595289"/>
          </a:xfrm>
        </p:grpSpPr>
        <p:sp>
          <p:nvSpPr>
            <p:cNvPr id="180" name="Google Shape;180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</p:sp>
        <p:sp>
          <p:nvSpPr>
            <p:cNvPr id="181" name="Google Shape;181;p15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50" lIns="40850" spcFirstLastPara="1" rIns="40850" wrap="square" tIns="408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15"/>
          <p:cNvSpPr txBox="1"/>
          <p:nvPr/>
        </p:nvSpPr>
        <p:spPr>
          <a:xfrm>
            <a:off x="3663200" y="6847900"/>
            <a:ext cx="3795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3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Alarme</a:t>
            </a:r>
            <a:endParaRPr sz="1126"/>
          </a:p>
        </p:txBody>
      </p:sp>
      <p:sp>
        <p:nvSpPr>
          <p:cNvPr id="183" name="Google Shape;183;p15"/>
          <p:cNvSpPr txBox="1"/>
          <p:nvPr/>
        </p:nvSpPr>
        <p:spPr>
          <a:xfrm>
            <a:off x="11955110" y="6734809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4" name="Google Shape;184;p15"/>
          <p:cNvGrpSpPr/>
          <p:nvPr/>
        </p:nvGrpSpPr>
        <p:grpSpPr>
          <a:xfrm>
            <a:off x="2111150" y="7437474"/>
            <a:ext cx="6043086" cy="595706"/>
            <a:chOff x="0" y="-38100"/>
            <a:chExt cx="4607064" cy="595289"/>
          </a:xfrm>
        </p:grpSpPr>
        <p:sp>
          <p:nvSpPr>
            <p:cNvPr id="185" name="Google Shape;18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</p:sp>
        <p:sp>
          <p:nvSpPr>
            <p:cNvPr id="186" name="Google Shape;186;p15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50" lIns="40850" spcFirstLastPara="1" rIns="40850" wrap="square" tIns="408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5"/>
          <p:cNvSpPr txBox="1"/>
          <p:nvPr/>
        </p:nvSpPr>
        <p:spPr>
          <a:xfrm>
            <a:off x="3663200" y="7595075"/>
            <a:ext cx="3795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3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Wifi</a:t>
            </a:r>
            <a:endParaRPr sz="1126"/>
          </a:p>
        </p:txBody>
      </p:sp>
      <p:sp>
        <p:nvSpPr>
          <p:cNvPr id="188" name="Google Shape;188;p15"/>
          <p:cNvSpPr txBox="1"/>
          <p:nvPr/>
        </p:nvSpPr>
        <p:spPr>
          <a:xfrm>
            <a:off x="11955110" y="7481984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16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9" name="Google Shape;189;p15"/>
          <p:cNvGrpSpPr/>
          <p:nvPr/>
        </p:nvGrpSpPr>
        <p:grpSpPr>
          <a:xfrm>
            <a:off x="2111150" y="8235612"/>
            <a:ext cx="6043086" cy="595706"/>
            <a:chOff x="0" y="-38100"/>
            <a:chExt cx="4607064" cy="595289"/>
          </a:xfrm>
        </p:grpSpPr>
        <p:sp>
          <p:nvSpPr>
            <p:cNvPr id="190" name="Google Shape;190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</p:sp>
        <p:sp>
          <p:nvSpPr>
            <p:cNvPr id="191" name="Google Shape;191;p15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50" lIns="40850" spcFirstLastPara="1" rIns="40850" wrap="square" tIns="408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p15"/>
          <p:cNvSpPr/>
          <p:nvPr/>
        </p:nvSpPr>
        <p:spPr>
          <a:xfrm>
            <a:off x="3149251" y="8355876"/>
            <a:ext cx="513945" cy="355184"/>
          </a:xfrm>
          <a:custGeom>
            <a:rect b="b" l="l" r="r" t="t"/>
            <a:pathLst>
              <a:path extrusionOk="0" h="651714" w="781666">
                <a:moveTo>
                  <a:pt x="0" y="0"/>
                </a:moveTo>
                <a:lnTo>
                  <a:pt x="781666" y="0"/>
                </a:lnTo>
                <a:lnTo>
                  <a:pt x="781666" y="651714"/>
                </a:lnTo>
                <a:lnTo>
                  <a:pt x="0" y="6517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5"/>
          <p:cNvSpPr txBox="1"/>
          <p:nvPr/>
        </p:nvSpPr>
        <p:spPr>
          <a:xfrm>
            <a:off x="3663200" y="8393213"/>
            <a:ext cx="3795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3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Diffusion totale des publicités</a:t>
            </a:r>
            <a:endParaRPr sz="1126"/>
          </a:p>
        </p:txBody>
      </p:sp>
      <p:sp>
        <p:nvSpPr>
          <p:cNvPr id="194" name="Google Shape;194;p15"/>
          <p:cNvSpPr txBox="1"/>
          <p:nvPr/>
        </p:nvSpPr>
        <p:spPr>
          <a:xfrm>
            <a:off x="11970735" y="8323396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137 499</a:t>
            </a:r>
            <a:endParaRPr sz="3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8384600" y="8297000"/>
            <a:ext cx="29289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171 276</a:t>
            </a:r>
            <a:endParaRPr sz="3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6" name="Google Shape;196;p15"/>
          <p:cNvGrpSpPr/>
          <p:nvPr/>
        </p:nvGrpSpPr>
        <p:grpSpPr>
          <a:xfrm>
            <a:off x="2111150" y="9120324"/>
            <a:ext cx="6043086" cy="595706"/>
            <a:chOff x="0" y="-38100"/>
            <a:chExt cx="4607064" cy="595289"/>
          </a:xfrm>
        </p:grpSpPr>
        <p:sp>
          <p:nvSpPr>
            <p:cNvPr id="197" name="Google Shape;19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4E13"/>
            </a:solidFill>
            <a:ln>
              <a:noFill/>
            </a:ln>
          </p:spPr>
        </p:sp>
        <p:sp>
          <p:nvSpPr>
            <p:cNvPr id="198" name="Google Shape;198;p15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850" lIns="40850" spcFirstLastPara="1" rIns="40850" wrap="square" tIns="4085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4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9" name="Google Shape;199;p15"/>
          <p:cNvSpPr txBox="1"/>
          <p:nvPr/>
        </p:nvSpPr>
        <p:spPr>
          <a:xfrm>
            <a:off x="3663200" y="9277925"/>
            <a:ext cx="3795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3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sur les publicités</a:t>
            </a:r>
            <a:endParaRPr sz="1126"/>
          </a:p>
        </p:txBody>
      </p:sp>
      <p:sp>
        <p:nvSpPr>
          <p:cNvPr id="200" name="Google Shape;200;p15"/>
          <p:cNvSpPr txBox="1"/>
          <p:nvPr/>
        </p:nvSpPr>
        <p:spPr>
          <a:xfrm>
            <a:off x="11955110" y="9164834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8 111</a:t>
            </a:r>
            <a:endParaRPr sz="3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8421800" y="9164825"/>
            <a:ext cx="28545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3 967</a:t>
            </a:r>
            <a:endParaRPr sz="3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3215748" y="9222172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03" name="Google Shape;203;p15" title="accueil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53475" y="3007888"/>
            <a:ext cx="380975" cy="3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5" title="video-games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13100" y="3737700"/>
            <a:ext cx="460288" cy="460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5" title="software-developm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45000" y="4493775"/>
            <a:ext cx="460300" cy="46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5" title="sauvegarder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52575" y="5301488"/>
            <a:ext cx="380975" cy="3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5" title="tournevis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913100" y="6036975"/>
            <a:ext cx="380975" cy="3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5" title="sirene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182050" y="6811375"/>
            <a:ext cx="390275" cy="39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5" title="wifi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294075" y="7597450"/>
            <a:ext cx="326700" cy="32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5"/>
          <p:cNvSpPr txBox="1"/>
          <p:nvPr/>
        </p:nvSpPr>
        <p:spPr>
          <a:xfrm>
            <a:off x="8351873" y="2938384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442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1" name="Google Shape;211;p15"/>
          <p:cNvSpPr txBox="1"/>
          <p:nvPr/>
        </p:nvSpPr>
        <p:spPr>
          <a:xfrm>
            <a:off x="8351873" y="3707859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475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2" name="Google Shape;212;p15"/>
          <p:cNvSpPr txBox="1"/>
          <p:nvPr/>
        </p:nvSpPr>
        <p:spPr>
          <a:xfrm>
            <a:off x="8351873" y="4463934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26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3" name="Google Shape;213;p15"/>
          <p:cNvSpPr txBox="1"/>
          <p:nvPr/>
        </p:nvSpPr>
        <p:spPr>
          <a:xfrm>
            <a:off x="8351873" y="5220009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8351873" y="5976084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38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5" name="Google Shape;215;p15"/>
          <p:cNvSpPr txBox="1"/>
          <p:nvPr/>
        </p:nvSpPr>
        <p:spPr>
          <a:xfrm>
            <a:off x="8351873" y="6741359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6" name="Google Shape;216;p15"/>
          <p:cNvSpPr txBox="1"/>
          <p:nvPr/>
        </p:nvSpPr>
        <p:spPr>
          <a:xfrm>
            <a:off x="8351873" y="7488534"/>
            <a:ext cx="3405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sz="3971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7" name="Google Shape;217;p15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RÉPARTITION DES PAGES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3" name="Google Shape;223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24" name="Google Shape;224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25" name="Google Shape;225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27" name="Google Shape;227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8" name="Google Shape;228;p16"/>
          <p:cNvGrpSpPr/>
          <p:nvPr/>
        </p:nvGrpSpPr>
        <p:grpSpPr>
          <a:xfrm>
            <a:off x="251950" y="4801512"/>
            <a:ext cx="4320044" cy="683987"/>
            <a:chOff x="0" y="-38100"/>
            <a:chExt cx="4607064" cy="595289"/>
          </a:xfrm>
        </p:grpSpPr>
        <p:sp>
          <p:nvSpPr>
            <p:cNvPr id="229" name="Google Shape;229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5DA0"/>
            </a:solidFill>
            <a:ln>
              <a:noFill/>
            </a:ln>
          </p:spPr>
        </p:sp>
        <p:sp>
          <p:nvSpPr>
            <p:cNvPr id="230" name="Google Shape;230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75" lIns="39375" spcFirstLastPara="1" rIns="39375" wrap="square" tIns="393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9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16"/>
          <p:cNvSpPr txBox="1"/>
          <p:nvPr/>
        </p:nvSpPr>
        <p:spPr>
          <a:xfrm>
            <a:off x="1270297" y="4999213"/>
            <a:ext cx="2662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70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Formulaires</a:t>
            </a:r>
            <a:endParaRPr sz="1086"/>
          </a:p>
        </p:txBody>
      </p:sp>
      <p:sp>
        <p:nvSpPr>
          <p:cNvPr id="232" name="Google Shape;232;p16"/>
          <p:cNvSpPr txBox="1"/>
          <p:nvPr/>
        </p:nvSpPr>
        <p:spPr>
          <a:xfrm>
            <a:off x="7371071" y="4131000"/>
            <a:ext cx="17157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1915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4818800" y="4131000"/>
            <a:ext cx="19578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263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4" name="Google Shape;234;p16"/>
          <p:cNvSpPr txBox="1"/>
          <p:nvPr/>
        </p:nvSpPr>
        <p:spPr>
          <a:xfrm>
            <a:off x="4818800" y="4890900"/>
            <a:ext cx="19578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  <a:endParaRPr sz="336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5" name="Google Shape;235;p16"/>
          <p:cNvSpPr txBox="1"/>
          <p:nvPr/>
        </p:nvSpPr>
        <p:spPr>
          <a:xfrm>
            <a:off x="7342277" y="4905926"/>
            <a:ext cx="17733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8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endParaRPr sz="328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647031" y="4964459"/>
            <a:ext cx="481336" cy="358083"/>
          </a:xfrm>
          <a:custGeom>
            <a:rect b="b" l="l" r="r" t="t"/>
            <a:pathLst>
              <a:path extrusionOk="0" h="518961" w="518961">
                <a:moveTo>
                  <a:pt x="0" y="0"/>
                </a:moveTo>
                <a:lnTo>
                  <a:pt x="518961" y="0"/>
                </a:lnTo>
                <a:lnTo>
                  <a:pt x="518961" y="518960"/>
                </a:lnTo>
                <a:lnTo>
                  <a:pt x="0" y="518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7" name="Google Shape;237;p16"/>
          <p:cNvGrpSpPr/>
          <p:nvPr/>
        </p:nvGrpSpPr>
        <p:grpSpPr>
          <a:xfrm>
            <a:off x="9708731" y="3612887"/>
            <a:ext cx="4121940" cy="683987"/>
            <a:chOff x="0" y="-38100"/>
            <a:chExt cx="4607064" cy="595289"/>
          </a:xfrm>
        </p:grpSpPr>
        <p:sp>
          <p:nvSpPr>
            <p:cNvPr id="238" name="Google Shape;238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</p:sp>
        <p:sp>
          <p:nvSpPr>
            <p:cNvPr id="239" name="Google Shape;239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75" lIns="39375" spcFirstLastPara="1" rIns="39375" wrap="square" tIns="393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9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p16"/>
          <p:cNvSpPr txBox="1"/>
          <p:nvPr/>
        </p:nvSpPr>
        <p:spPr>
          <a:xfrm>
            <a:off x="10680429" y="3810588"/>
            <a:ext cx="2540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70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PC GAMER</a:t>
            </a:r>
            <a:endParaRPr sz="1086"/>
          </a:p>
        </p:txBody>
      </p:sp>
      <p:sp>
        <p:nvSpPr>
          <p:cNvPr id="241" name="Google Shape;241;p16"/>
          <p:cNvSpPr txBox="1"/>
          <p:nvPr/>
        </p:nvSpPr>
        <p:spPr>
          <a:xfrm>
            <a:off x="16501733" y="2942375"/>
            <a:ext cx="16371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1915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2" name="Google Shape;242;p16"/>
          <p:cNvSpPr txBox="1"/>
          <p:nvPr/>
        </p:nvSpPr>
        <p:spPr>
          <a:xfrm>
            <a:off x="14066378" y="2942375"/>
            <a:ext cx="18681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9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263">
              <a:solidFill>
                <a:srgbClr val="000000"/>
              </a:solidFill>
            </a:endParaRPr>
          </a:p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16"/>
          <p:cNvSpPr txBox="1"/>
          <p:nvPr/>
        </p:nvSpPr>
        <p:spPr>
          <a:xfrm>
            <a:off x="14272627" y="3717300"/>
            <a:ext cx="14556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sz="1070"/>
          </a:p>
        </p:txBody>
      </p:sp>
      <p:sp>
        <p:nvSpPr>
          <p:cNvPr id="244" name="Google Shape;244;p16"/>
          <p:cNvSpPr txBox="1"/>
          <p:nvPr/>
        </p:nvSpPr>
        <p:spPr>
          <a:xfrm>
            <a:off x="16474258" y="3717301"/>
            <a:ext cx="16920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8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sz="1046"/>
          </a:p>
        </p:txBody>
      </p:sp>
      <p:sp>
        <p:nvSpPr>
          <p:cNvPr id="245" name="Google Shape;245;p16"/>
          <p:cNvSpPr/>
          <p:nvPr/>
        </p:nvSpPr>
        <p:spPr>
          <a:xfrm>
            <a:off x="10085713" y="3775834"/>
            <a:ext cx="459280" cy="358083"/>
          </a:xfrm>
          <a:custGeom>
            <a:rect b="b" l="l" r="r" t="t"/>
            <a:pathLst>
              <a:path extrusionOk="0" h="518961" w="518961">
                <a:moveTo>
                  <a:pt x="0" y="0"/>
                </a:moveTo>
                <a:lnTo>
                  <a:pt x="518961" y="0"/>
                </a:lnTo>
                <a:lnTo>
                  <a:pt x="518961" y="518960"/>
                </a:lnTo>
                <a:lnTo>
                  <a:pt x="0" y="518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6" name="Google Shape;246;p16"/>
          <p:cNvGrpSpPr/>
          <p:nvPr/>
        </p:nvGrpSpPr>
        <p:grpSpPr>
          <a:xfrm>
            <a:off x="9681250" y="5586450"/>
            <a:ext cx="4121940" cy="683987"/>
            <a:chOff x="0" y="-38100"/>
            <a:chExt cx="4607064" cy="595289"/>
          </a:xfrm>
        </p:grpSpPr>
        <p:sp>
          <p:nvSpPr>
            <p:cNvPr id="247" name="Google Shape;24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</p:sp>
        <p:sp>
          <p:nvSpPr>
            <p:cNvPr id="248" name="Google Shape;24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75" lIns="39375" spcFirstLastPara="1" rIns="39375" wrap="square" tIns="393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9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16"/>
          <p:cNvSpPr txBox="1"/>
          <p:nvPr/>
        </p:nvSpPr>
        <p:spPr>
          <a:xfrm>
            <a:off x="10652948" y="5784151"/>
            <a:ext cx="2540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70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DÉPANNAGE</a:t>
            </a:r>
            <a:endParaRPr sz="1086"/>
          </a:p>
        </p:txBody>
      </p:sp>
      <p:sp>
        <p:nvSpPr>
          <p:cNvPr id="250" name="Google Shape;250;p16"/>
          <p:cNvSpPr txBox="1"/>
          <p:nvPr/>
        </p:nvSpPr>
        <p:spPr>
          <a:xfrm>
            <a:off x="14245146" y="5690863"/>
            <a:ext cx="14556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sz="1070"/>
          </a:p>
        </p:txBody>
      </p:sp>
      <p:sp>
        <p:nvSpPr>
          <p:cNvPr id="251" name="Google Shape;251;p16"/>
          <p:cNvSpPr txBox="1"/>
          <p:nvPr/>
        </p:nvSpPr>
        <p:spPr>
          <a:xfrm>
            <a:off x="16446777" y="5690864"/>
            <a:ext cx="16920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8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sz="1046"/>
          </a:p>
        </p:txBody>
      </p:sp>
      <p:sp>
        <p:nvSpPr>
          <p:cNvPr id="252" name="Google Shape;252;p16"/>
          <p:cNvSpPr/>
          <p:nvPr/>
        </p:nvSpPr>
        <p:spPr>
          <a:xfrm>
            <a:off x="10058233" y="5749397"/>
            <a:ext cx="459280" cy="358083"/>
          </a:xfrm>
          <a:custGeom>
            <a:rect b="b" l="l" r="r" t="t"/>
            <a:pathLst>
              <a:path extrusionOk="0" h="518961" w="518961">
                <a:moveTo>
                  <a:pt x="0" y="0"/>
                </a:moveTo>
                <a:lnTo>
                  <a:pt x="518961" y="0"/>
                </a:lnTo>
                <a:lnTo>
                  <a:pt x="518961" y="518960"/>
                </a:lnTo>
                <a:lnTo>
                  <a:pt x="0" y="518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3" name="Google Shape;253;p16"/>
          <p:cNvGrpSpPr/>
          <p:nvPr/>
        </p:nvGrpSpPr>
        <p:grpSpPr>
          <a:xfrm>
            <a:off x="9708731" y="7727688"/>
            <a:ext cx="4121940" cy="683987"/>
            <a:chOff x="0" y="-38100"/>
            <a:chExt cx="4607064" cy="595289"/>
          </a:xfrm>
        </p:grpSpPr>
        <p:sp>
          <p:nvSpPr>
            <p:cNvPr id="254" name="Google Shape;254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</p:sp>
        <p:sp>
          <p:nvSpPr>
            <p:cNvPr id="255" name="Google Shape;255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75" lIns="39375" spcFirstLastPara="1" rIns="39375" wrap="square" tIns="393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9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6"/>
          <p:cNvSpPr txBox="1"/>
          <p:nvPr/>
        </p:nvSpPr>
        <p:spPr>
          <a:xfrm>
            <a:off x="10680429" y="7925389"/>
            <a:ext cx="2540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70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CONTACT</a:t>
            </a:r>
            <a:endParaRPr sz="1086"/>
          </a:p>
        </p:txBody>
      </p:sp>
      <p:sp>
        <p:nvSpPr>
          <p:cNvPr id="257" name="Google Shape;257;p16"/>
          <p:cNvSpPr txBox="1"/>
          <p:nvPr/>
        </p:nvSpPr>
        <p:spPr>
          <a:xfrm>
            <a:off x="14272627" y="7832101"/>
            <a:ext cx="14556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6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sz="1070"/>
          </a:p>
        </p:txBody>
      </p:sp>
      <p:sp>
        <p:nvSpPr>
          <p:cNvPr id="258" name="Google Shape;258;p16"/>
          <p:cNvSpPr txBox="1"/>
          <p:nvPr/>
        </p:nvSpPr>
        <p:spPr>
          <a:xfrm>
            <a:off x="16474258" y="7832102"/>
            <a:ext cx="16920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8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  <a:endParaRPr sz="1046"/>
          </a:p>
        </p:txBody>
      </p:sp>
      <p:sp>
        <p:nvSpPr>
          <p:cNvPr id="259" name="Google Shape;259;p16"/>
          <p:cNvSpPr/>
          <p:nvPr/>
        </p:nvSpPr>
        <p:spPr>
          <a:xfrm>
            <a:off x="10085713" y="7890635"/>
            <a:ext cx="459280" cy="358083"/>
          </a:xfrm>
          <a:custGeom>
            <a:rect b="b" l="l" r="r" t="t"/>
            <a:pathLst>
              <a:path extrusionOk="0" h="518961" w="518961">
                <a:moveTo>
                  <a:pt x="0" y="0"/>
                </a:moveTo>
                <a:lnTo>
                  <a:pt x="518961" y="0"/>
                </a:lnTo>
                <a:lnTo>
                  <a:pt x="518961" y="518960"/>
                </a:lnTo>
                <a:lnTo>
                  <a:pt x="0" y="518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0" name="Google Shape;260;p16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266" name="Google Shape;266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7" name="Google Shape;267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68" name="Google Shape;268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69" name="Google Shape;269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17"/>
          <p:cNvGrpSpPr/>
          <p:nvPr/>
        </p:nvGrpSpPr>
        <p:grpSpPr>
          <a:xfrm>
            <a:off x="1487937" y="3335072"/>
            <a:ext cx="6503792" cy="867262"/>
            <a:chOff x="0" y="-57150"/>
            <a:chExt cx="4607064" cy="614339"/>
          </a:xfrm>
        </p:grpSpPr>
        <p:sp>
          <p:nvSpPr>
            <p:cNvPr id="271" name="Google Shape;27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72" name="Google Shape;27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17"/>
          <p:cNvGrpSpPr/>
          <p:nvPr/>
        </p:nvGrpSpPr>
        <p:grpSpPr>
          <a:xfrm>
            <a:off x="1487937" y="4534871"/>
            <a:ext cx="6503792" cy="867262"/>
            <a:chOff x="0" y="-57150"/>
            <a:chExt cx="4607064" cy="614339"/>
          </a:xfrm>
        </p:grpSpPr>
        <p:sp>
          <p:nvSpPr>
            <p:cNvPr id="274" name="Google Shape;274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75" name="Google Shape;275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17"/>
          <p:cNvGrpSpPr/>
          <p:nvPr/>
        </p:nvGrpSpPr>
        <p:grpSpPr>
          <a:xfrm>
            <a:off x="1301230" y="8574416"/>
            <a:ext cx="6503792" cy="840369"/>
            <a:chOff x="0" y="-38100"/>
            <a:chExt cx="4607064" cy="595289"/>
          </a:xfrm>
        </p:grpSpPr>
        <p:sp>
          <p:nvSpPr>
            <p:cNvPr id="277" name="Google Shape;277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78" name="Google Shape;278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17"/>
          <p:cNvSpPr/>
          <p:nvPr/>
        </p:nvSpPr>
        <p:spPr>
          <a:xfrm>
            <a:off x="2790945" y="48070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17"/>
          <p:cNvSpPr/>
          <p:nvPr/>
        </p:nvSpPr>
        <p:spPr>
          <a:xfrm>
            <a:off x="2228387" y="35163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17"/>
          <p:cNvSpPr txBox="1"/>
          <p:nvPr/>
        </p:nvSpPr>
        <p:spPr>
          <a:xfrm>
            <a:off x="2387976" y="4770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2421087" y="35705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2387970" y="882029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284" name="Google Shape;284;p17"/>
          <p:cNvGrpSpPr/>
          <p:nvPr/>
        </p:nvGrpSpPr>
        <p:grpSpPr>
          <a:xfrm>
            <a:off x="1331284" y="7167191"/>
            <a:ext cx="6456339" cy="860935"/>
            <a:chOff x="0" y="-57150"/>
            <a:chExt cx="4607064" cy="614339"/>
          </a:xfrm>
        </p:grpSpPr>
        <p:sp>
          <p:nvSpPr>
            <p:cNvPr id="285" name="Google Shape;285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86" name="Google Shape;286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17"/>
          <p:cNvSpPr txBox="1"/>
          <p:nvPr/>
        </p:nvSpPr>
        <p:spPr>
          <a:xfrm>
            <a:off x="2653566" y="740612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288" name="Google Shape;288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9" name="Google Shape;289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90" name="Google Shape;290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1" name="Google Shape;291;p17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17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93" name="Google Shape;293;p17"/>
          <p:cNvGrpSpPr/>
          <p:nvPr/>
        </p:nvGrpSpPr>
        <p:grpSpPr>
          <a:xfrm>
            <a:off x="1453630" y="5872237"/>
            <a:ext cx="6503792" cy="840369"/>
            <a:chOff x="0" y="-38100"/>
            <a:chExt cx="4607064" cy="595289"/>
          </a:xfrm>
        </p:grpSpPr>
        <p:sp>
          <p:nvSpPr>
            <p:cNvPr id="294" name="Google Shape;294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95" name="Google Shape;295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17"/>
          <p:cNvSpPr/>
          <p:nvPr/>
        </p:nvSpPr>
        <p:spPr>
          <a:xfrm>
            <a:off x="2160824" y="5974214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7"/>
          <p:cNvSpPr txBox="1"/>
          <p:nvPr/>
        </p:nvSpPr>
        <p:spPr>
          <a:xfrm>
            <a:off x="2537770" y="606019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298" name="Google Shape;298;p17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9" name="Google Shape;299;p17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300" name="Google Shape;300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575" y="729728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1125" y="86898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7"/>
          <p:cNvSpPr txBox="1"/>
          <p:nvPr/>
        </p:nvSpPr>
        <p:spPr>
          <a:xfrm>
            <a:off x="12498712" y="33518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33 114</a:t>
            </a:r>
            <a:endParaRPr/>
          </a:p>
        </p:txBody>
      </p:sp>
      <p:sp>
        <p:nvSpPr>
          <p:cNvPr id="303" name="Google Shape;303;p17"/>
          <p:cNvSpPr txBox="1"/>
          <p:nvPr/>
        </p:nvSpPr>
        <p:spPr>
          <a:xfrm>
            <a:off x="12498713" y="47227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114</a:t>
            </a:r>
            <a:endParaRPr/>
          </a:p>
        </p:txBody>
      </p:sp>
      <p:sp>
        <p:nvSpPr>
          <p:cNvPr id="304" name="Google Shape;304;p17"/>
          <p:cNvSpPr txBox="1"/>
          <p:nvPr/>
        </p:nvSpPr>
        <p:spPr>
          <a:xfrm>
            <a:off x="12498713" y="74635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409,17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05" name="Google Shape;305;p17"/>
          <p:cNvSpPr txBox="1"/>
          <p:nvPr/>
        </p:nvSpPr>
        <p:spPr>
          <a:xfrm>
            <a:off x="12498713" y="892356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0,32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06" name="Google Shape;306;p17"/>
          <p:cNvSpPr txBox="1"/>
          <p:nvPr/>
        </p:nvSpPr>
        <p:spPr>
          <a:xfrm>
            <a:off x="8514112" y="33518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48 762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7" name="Google Shape;307;p17"/>
          <p:cNvSpPr txBox="1"/>
          <p:nvPr/>
        </p:nvSpPr>
        <p:spPr>
          <a:xfrm>
            <a:off x="8514122" y="47227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184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8" name="Google Shape;308;p17"/>
          <p:cNvSpPr txBox="1"/>
          <p:nvPr/>
        </p:nvSpPr>
        <p:spPr>
          <a:xfrm>
            <a:off x="8514112" y="74635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698,07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9" name="Google Shape;309;p17"/>
          <p:cNvSpPr txBox="1"/>
          <p:nvPr/>
        </p:nvSpPr>
        <p:spPr>
          <a:xfrm>
            <a:off x="8514113" y="892356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0,37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0" name="Google Shape;310;p17"/>
          <p:cNvSpPr txBox="1"/>
          <p:nvPr/>
        </p:nvSpPr>
        <p:spPr>
          <a:xfrm>
            <a:off x="12498713" y="59583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1 148</a:t>
            </a:r>
            <a:endParaRPr/>
          </a:p>
        </p:txBody>
      </p:sp>
      <p:sp>
        <p:nvSpPr>
          <p:cNvPr id="311" name="Google Shape;311;p17"/>
          <p:cNvSpPr txBox="1"/>
          <p:nvPr/>
        </p:nvSpPr>
        <p:spPr>
          <a:xfrm>
            <a:off x="8398913" y="5987625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1 709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317" name="Google Shape;317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8" name="Google Shape;318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19" name="Google Shape;319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20" name="Google Shape;320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18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322" name="Google Shape;322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323" name="Google Shape;323;p18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18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325" name="Google Shape;325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326" name="Google Shape;326;p18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18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8" name="Google Shape;328;p18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18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330" name="Google Shape;330;p18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331" name="Google Shape;331;p18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332" name="Google Shape;332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33" name="Google Shape;333;p18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4" name="Google Shape;334;p18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335" name="Google Shape;335;p18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36" name="Google Shape;336;p18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37" name="Google Shape;337;p18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8" name="Google Shape;338;p18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339" name="Google Shape;339;p18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340" name="Google Shape;340;p18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341" name="Google Shape;341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342" name="Google Shape;342;p18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3" name="Google Shape;343;p18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p18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345" name="Google Shape;345;p18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6" name="Google Shape;346;p18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7" name="Google Shape;347;p18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348" name="Google Shape;348;p18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8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104 385</a:t>
            </a:r>
            <a:endParaRPr/>
          </a:p>
        </p:txBody>
      </p:sp>
      <p:sp>
        <p:nvSpPr>
          <p:cNvPr id="350" name="Google Shape;350;p18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6 849</a:t>
            </a:r>
            <a:endParaRPr/>
          </a:p>
        </p:txBody>
      </p:sp>
      <p:sp>
        <p:nvSpPr>
          <p:cNvPr id="351" name="Google Shape;351;p18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408,12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2" name="Google Shape;352;p18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0,06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3" name="Google Shape;353;p18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122 514</a:t>
            </a:r>
            <a:endParaRPr/>
          </a:p>
        </p:txBody>
      </p:sp>
      <p:sp>
        <p:nvSpPr>
          <p:cNvPr id="354" name="Google Shape;354;p18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2 074</a:t>
            </a:r>
            <a:endParaRPr/>
          </a:p>
        </p:txBody>
      </p:sp>
      <p:sp>
        <p:nvSpPr>
          <p:cNvPr id="355" name="Google Shape;355;p18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171,15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6" name="Google Shape;356;p18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0,08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19"/>
          <p:cNvGrpSpPr/>
          <p:nvPr/>
        </p:nvGrpSpPr>
        <p:grpSpPr>
          <a:xfrm>
            <a:off x="1100213" y="3540288"/>
            <a:ext cx="6507939" cy="873825"/>
            <a:chOff x="0" y="-38100"/>
            <a:chExt cx="4607064" cy="595289"/>
          </a:xfrm>
        </p:grpSpPr>
        <p:sp>
          <p:nvSpPr>
            <p:cNvPr id="362" name="Google Shape;362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63" name="Google Shape;363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19"/>
          <p:cNvSpPr/>
          <p:nvPr/>
        </p:nvSpPr>
        <p:spPr>
          <a:xfrm>
            <a:off x="2560799" y="3751618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5" name="Google Shape;365;p19"/>
          <p:cNvSpPr txBox="1"/>
          <p:nvPr/>
        </p:nvSpPr>
        <p:spPr>
          <a:xfrm>
            <a:off x="2327960" y="378198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66" name="Google Shape;366;p19"/>
          <p:cNvSpPr txBox="1"/>
          <p:nvPr/>
        </p:nvSpPr>
        <p:spPr>
          <a:xfrm>
            <a:off x="4443158" y="746913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67" name="Google Shape;367;p19"/>
          <p:cNvGrpSpPr/>
          <p:nvPr/>
        </p:nvGrpSpPr>
        <p:grpSpPr>
          <a:xfrm>
            <a:off x="1100214" y="4861825"/>
            <a:ext cx="6456339" cy="834238"/>
            <a:chOff x="0" y="-38100"/>
            <a:chExt cx="4607064" cy="595289"/>
          </a:xfrm>
        </p:grpSpPr>
        <p:sp>
          <p:nvSpPr>
            <p:cNvPr id="368" name="Google Shape;368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69" name="Google Shape;369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p19"/>
          <p:cNvSpPr txBox="1"/>
          <p:nvPr/>
        </p:nvSpPr>
        <p:spPr>
          <a:xfrm>
            <a:off x="2070488" y="506740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371" name="Google Shape;371;p19"/>
          <p:cNvGrpSpPr/>
          <p:nvPr/>
        </p:nvGrpSpPr>
        <p:grpSpPr>
          <a:xfrm>
            <a:off x="1151886" y="6191673"/>
            <a:ext cx="6456339" cy="834238"/>
            <a:chOff x="0" y="-38100"/>
            <a:chExt cx="4607064" cy="595289"/>
          </a:xfrm>
        </p:grpSpPr>
        <p:sp>
          <p:nvSpPr>
            <p:cNvPr id="372" name="Google Shape;372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73" name="Google Shape;373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" name="Google Shape;374;p19"/>
          <p:cNvSpPr txBox="1"/>
          <p:nvPr/>
        </p:nvSpPr>
        <p:spPr>
          <a:xfrm>
            <a:off x="2070488" y="637637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375" name="Google Shape;375;p19"/>
          <p:cNvGrpSpPr/>
          <p:nvPr/>
        </p:nvGrpSpPr>
        <p:grpSpPr>
          <a:xfrm>
            <a:off x="1100214" y="7490215"/>
            <a:ext cx="6456339" cy="834238"/>
            <a:chOff x="0" y="-38100"/>
            <a:chExt cx="4607064" cy="595289"/>
          </a:xfrm>
        </p:grpSpPr>
        <p:sp>
          <p:nvSpPr>
            <p:cNvPr id="376" name="Google Shape;376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77" name="Google Shape;377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8" name="Google Shape;378;p19"/>
          <p:cNvSpPr txBox="1"/>
          <p:nvPr/>
        </p:nvSpPr>
        <p:spPr>
          <a:xfrm>
            <a:off x="2177638" y="76957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379" name="Google Shape;379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0" name="Google Shape;380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81" name="Google Shape;381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82" name="Google Shape;382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3" name="Google Shape;383;p19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84" name="Google Shape;384;p19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85" name="Google Shape;385;p19"/>
          <p:cNvCxnSpPr/>
          <p:nvPr/>
        </p:nvCxnSpPr>
        <p:spPr>
          <a:xfrm rot="10800000">
            <a:off x="12938568" y="303530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86" name="Google Shape;386;p19"/>
          <p:cNvSpPr txBox="1"/>
          <p:nvPr/>
        </p:nvSpPr>
        <p:spPr>
          <a:xfrm>
            <a:off x="13573982" y="2708613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7" name="Google Shape;387;p19"/>
          <p:cNvSpPr txBox="1"/>
          <p:nvPr/>
        </p:nvSpPr>
        <p:spPr>
          <a:xfrm>
            <a:off x="8968613" y="2708613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388" name="Google Shape;388;p19"/>
          <p:cNvSpPr txBox="1"/>
          <p:nvPr/>
        </p:nvSpPr>
        <p:spPr>
          <a:xfrm>
            <a:off x="13547296" y="364426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817,29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89" name="Google Shape;389;p19"/>
          <p:cNvSpPr txBox="1"/>
          <p:nvPr/>
        </p:nvSpPr>
        <p:spPr>
          <a:xfrm>
            <a:off x="13447391" y="491681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409,17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0" name="Google Shape;390;p19"/>
          <p:cNvSpPr txBox="1"/>
          <p:nvPr/>
        </p:nvSpPr>
        <p:spPr>
          <a:xfrm>
            <a:off x="13447391" y="628816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408,12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1" name="Google Shape;391;p19"/>
          <p:cNvSpPr txBox="1"/>
          <p:nvPr/>
        </p:nvSpPr>
        <p:spPr>
          <a:xfrm>
            <a:off x="8259665" y="364426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869,22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92" name="Google Shape;392;p19"/>
          <p:cNvSpPr txBox="1"/>
          <p:nvPr/>
        </p:nvSpPr>
        <p:spPr>
          <a:xfrm>
            <a:off x="8158161" y="4916807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698,07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3" name="Google Shape;393;p19"/>
          <p:cNvSpPr txBox="1"/>
          <p:nvPr/>
        </p:nvSpPr>
        <p:spPr>
          <a:xfrm>
            <a:off x="8158161" y="628815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171,15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94" name="Google Shape;394;p19"/>
          <p:cNvSpPr txBox="1"/>
          <p:nvPr/>
        </p:nvSpPr>
        <p:spPr>
          <a:xfrm>
            <a:off x="13447391" y="7573150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0,19€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5" name="Google Shape;395;p19"/>
          <p:cNvSpPr txBox="1"/>
          <p:nvPr/>
        </p:nvSpPr>
        <p:spPr>
          <a:xfrm>
            <a:off x="8158161" y="7573141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0,16</a:t>
            </a: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2070489" y="49190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7" name="Google Shape;397;p19"/>
          <p:cNvSpPr/>
          <p:nvPr/>
        </p:nvSpPr>
        <p:spPr>
          <a:xfrm>
            <a:off x="2226464" y="6287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8" name="Google Shape;398;p19"/>
          <p:cNvSpPr/>
          <p:nvPr/>
        </p:nvSpPr>
        <p:spPr>
          <a:xfrm>
            <a:off x="1837014" y="75712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9" name="Google Shape;399;p19"/>
          <p:cNvGrpSpPr/>
          <p:nvPr/>
        </p:nvGrpSpPr>
        <p:grpSpPr>
          <a:xfrm>
            <a:off x="1100214" y="8705852"/>
            <a:ext cx="6456339" cy="834238"/>
            <a:chOff x="0" y="-38100"/>
            <a:chExt cx="4607064" cy="595289"/>
          </a:xfrm>
        </p:grpSpPr>
        <p:sp>
          <p:nvSpPr>
            <p:cNvPr id="400" name="Google Shape;40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</p:sp>
        <p:sp>
          <p:nvSpPr>
            <p:cNvPr id="401" name="Google Shape;401;p19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" name="Google Shape;402;p19"/>
          <p:cNvSpPr txBox="1"/>
          <p:nvPr/>
        </p:nvSpPr>
        <p:spPr>
          <a:xfrm>
            <a:off x="3654298" y="8937713"/>
            <a:ext cx="18354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Leads</a:t>
            </a:r>
            <a:endParaRPr/>
          </a:p>
        </p:txBody>
      </p:sp>
      <p:sp>
        <p:nvSpPr>
          <p:cNvPr id="403" name="Google Shape;403;p19"/>
          <p:cNvSpPr txBox="1"/>
          <p:nvPr/>
        </p:nvSpPr>
        <p:spPr>
          <a:xfrm>
            <a:off x="13447391" y="8788787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endParaRPr sz="398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4" name="Google Shape;404;p19"/>
          <p:cNvSpPr txBox="1"/>
          <p:nvPr/>
        </p:nvSpPr>
        <p:spPr>
          <a:xfrm>
            <a:off x="8158161" y="8788778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  <a:endParaRPr sz="398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3220864" y="88034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1" name="Google Shape;411;p20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2" name="Google Shape;412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3" name="Google Shape;413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414" name="Google Shape;414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415" name="Google Shape;415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