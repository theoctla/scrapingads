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4df243d9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b4df243d9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7.jp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0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0" Type="http://schemas.openxmlformats.org/officeDocument/2006/relationships/image" Target="../media/image9.png"/><Relationship Id="rId9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AvivA Orgeval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52931" y="413824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46404" y="432800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49086" y="436757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452931" y="674093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549070" y="696666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2105123" y="693178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2880815" y="685602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26 959</a:t>
            </a:r>
            <a:endParaRPr sz="1263"/>
          </a:p>
        </p:txBody>
      </p:sp>
      <p:sp>
        <p:nvSpPr>
          <p:cNvPr id="125" name="Google Shape;125;p14"/>
          <p:cNvSpPr txBox="1"/>
          <p:nvPr/>
        </p:nvSpPr>
        <p:spPr>
          <a:xfrm>
            <a:off x="12777815" y="438471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129 134</a:t>
            </a:r>
            <a:endParaRPr sz="1263"/>
          </a:p>
        </p:txBody>
      </p:sp>
      <p:sp>
        <p:nvSpPr>
          <p:cNvPr id="126" name="Google Shape;126;p14"/>
          <p:cNvSpPr txBox="1"/>
          <p:nvPr/>
        </p:nvSpPr>
        <p:spPr>
          <a:xfrm>
            <a:off x="8908916" y="685602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24 300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805916" y="436758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120 947</a:t>
            </a:r>
            <a:endParaRPr sz="126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819175" y="3520726"/>
            <a:ext cx="6503792" cy="697152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819175" y="4708391"/>
            <a:ext cx="6503792" cy="697152"/>
            <a:chOff x="0" y="-57150"/>
            <a:chExt cx="4607064" cy="6143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2265423" y="4933391"/>
            <a:ext cx="334871" cy="358235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5"/>
          <p:cNvSpPr/>
          <p:nvPr/>
        </p:nvSpPr>
        <p:spPr>
          <a:xfrm>
            <a:off x="1727476" y="3678933"/>
            <a:ext cx="568439" cy="457593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5"/>
          <p:cNvSpPr txBox="1"/>
          <p:nvPr/>
        </p:nvSpPr>
        <p:spPr>
          <a:xfrm>
            <a:off x="1719215" y="4897644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752326" y="3709980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47" name="Google Shape;147;p15"/>
          <p:cNvGrpSpPr/>
          <p:nvPr/>
        </p:nvGrpSpPr>
        <p:grpSpPr>
          <a:xfrm>
            <a:off x="842897" y="7126338"/>
            <a:ext cx="6456339" cy="692114"/>
            <a:chOff x="0" y="-57150"/>
            <a:chExt cx="4607064" cy="614339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2165181" y="731841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51" name="Google Shape;151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842893" y="5896058"/>
            <a:ext cx="6503792" cy="675534"/>
            <a:chOff x="0" y="-38100"/>
            <a:chExt cx="4607064" cy="595289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58" name="Google Shape;15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5"/>
          <p:cNvSpPr/>
          <p:nvPr/>
        </p:nvSpPr>
        <p:spPr>
          <a:xfrm>
            <a:off x="2139114" y="5978034"/>
            <a:ext cx="703558" cy="499816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5"/>
          <p:cNvSpPr txBox="1"/>
          <p:nvPr/>
        </p:nvSpPr>
        <p:spPr>
          <a:xfrm>
            <a:off x="1927035" y="604715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64" name="Google Shape;164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0" y="7240488"/>
            <a:ext cx="609601" cy="49004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13139244" y="3601848"/>
            <a:ext cx="3769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124 784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3161594" y="4806706"/>
            <a:ext cx="3769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26 907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3139249" y="5935564"/>
            <a:ext cx="3769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866,46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3139244" y="7233856"/>
            <a:ext cx="3769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355200" y="3601848"/>
            <a:ext cx="4063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116 633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524387" y="4806706"/>
            <a:ext cx="3769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24 266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7994002" y="5920987"/>
            <a:ext cx="47859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1 005,9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149249" y="7233856"/>
            <a:ext cx="44754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grpSp>
        <p:nvGrpSpPr>
          <p:cNvPr id="173" name="Google Shape;173;p15"/>
          <p:cNvGrpSpPr/>
          <p:nvPr/>
        </p:nvGrpSpPr>
        <p:grpSpPr>
          <a:xfrm>
            <a:off x="842897" y="8466938"/>
            <a:ext cx="6456339" cy="692183"/>
            <a:chOff x="0" y="-57150"/>
            <a:chExt cx="4607064" cy="614400"/>
          </a:xfrm>
        </p:grpSpPr>
        <p:sp>
          <p:nvSpPr>
            <p:cNvPr id="174" name="Google Shape;17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545"/>
            </a:solidFill>
            <a:ln>
              <a:noFill/>
            </a:ln>
          </p:spPr>
        </p:sp>
        <p:sp>
          <p:nvSpPr>
            <p:cNvPr id="175" name="Google Shape;175;p15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165181" y="865901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pic>
        <p:nvPicPr>
          <p:cNvPr id="177" name="Google Shape;177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0" y="8581088"/>
            <a:ext cx="609601" cy="49004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3139244" y="8574456"/>
            <a:ext cx="3769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21.56 %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8149249" y="8574456"/>
            <a:ext cx="44754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20,06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/>
        </p:nvSpPr>
        <p:spPr>
          <a:xfrm>
            <a:off x="3196211" y="698435"/>
            <a:ext cx="11895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</a:t>
            </a:r>
            <a:r>
              <a:rPr lang="en-US" sz="75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MICROSOFT ADS</a:t>
            </a:r>
            <a:endParaRPr sz="75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6" name="Google Shape;186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87" name="Google Shape;18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8" name="Google Shape;188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6"/>
          <p:cNvGrpSpPr/>
          <p:nvPr/>
        </p:nvGrpSpPr>
        <p:grpSpPr>
          <a:xfrm>
            <a:off x="859562" y="3716447"/>
            <a:ext cx="6503792" cy="867348"/>
            <a:chOff x="0" y="-57150"/>
            <a:chExt cx="4607064" cy="614400"/>
          </a:xfrm>
        </p:grpSpPr>
        <p:sp>
          <p:nvSpPr>
            <p:cNvPr id="190" name="Google Shape;19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91" name="Google Shape;19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16"/>
          <p:cNvGrpSpPr/>
          <p:nvPr/>
        </p:nvGrpSpPr>
        <p:grpSpPr>
          <a:xfrm>
            <a:off x="859562" y="5193871"/>
            <a:ext cx="6503792" cy="867348"/>
            <a:chOff x="0" y="-57150"/>
            <a:chExt cx="4607064" cy="614400"/>
          </a:xfrm>
        </p:grpSpPr>
        <p:sp>
          <p:nvSpPr>
            <p:cNvPr id="193" name="Google Shape;19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94" name="Google Shape;194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6"/>
          <p:cNvSpPr/>
          <p:nvPr/>
        </p:nvSpPr>
        <p:spPr>
          <a:xfrm>
            <a:off x="1767858" y="5405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6"/>
          <p:cNvSpPr/>
          <p:nvPr/>
        </p:nvSpPr>
        <p:spPr>
          <a:xfrm>
            <a:off x="1767862" y="39132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6"/>
          <p:cNvSpPr txBox="1"/>
          <p:nvPr/>
        </p:nvSpPr>
        <p:spPr>
          <a:xfrm>
            <a:off x="1759601" y="5429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Microsoft ADS</a:t>
            </a:r>
            <a:endParaRPr b="1" sz="2264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1891987" y="39993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Microsoft ADS</a:t>
            </a:r>
            <a:endParaRPr b="1" sz="2265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9" name="Google Shape;199;p16"/>
          <p:cNvGrpSpPr/>
          <p:nvPr/>
        </p:nvGrpSpPr>
        <p:grpSpPr>
          <a:xfrm>
            <a:off x="883284" y="8201741"/>
            <a:ext cx="6456339" cy="861020"/>
            <a:chOff x="0" y="-57150"/>
            <a:chExt cx="4607064" cy="61440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01" name="Google Shape;20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6"/>
          <p:cNvSpPr txBox="1"/>
          <p:nvPr/>
        </p:nvSpPr>
        <p:spPr>
          <a:xfrm>
            <a:off x="2205566" y="844067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03" name="Google Shape;203;p16"/>
          <p:cNvCxnSpPr/>
          <p:nvPr/>
        </p:nvCxnSpPr>
        <p:spPr>
          <a:xfrm rot="10800000">
            <a:off x="12768272" y="35308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4" name="Google Shape;204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5" name="Google Shape;205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08" name="Google Shape;208;p16"/>
          <p:cNvGrpSpPr/>
          <p:nvPr/>
        </p:nvGrpSpPr>
        <p:grpSpPr>
          <a:xfrm>
            <a:off x="883280" y="6671300"/>
            <a:ext cx="6503792" cy="840369"/>
            <a:chOff x="0" y="-38100"/>
            <a:chExt cx="4607064" cy="595289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6"/>
          <p:cNvSpPr txBox="1"/>
          <p:nvPr/>
        </p:nvSpPr>
        <p:spPr>
          <a:xfrm>
            <a:off x="1967420" y="6859255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Microsoft ADS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3354393" y="3034325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9546026" y="303432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14" name="Google Shape;214;p16" title="sac-darg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8825" y="834373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6" title="Microsoft-Advertising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06300" y="1101726"/>
            <a:ext cx="4475400" cy="2519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 txBox="1"/>
          <p:nvPr/>
        </p:nvSpPr>
        <p:spPr>
          <a:xfrm>
            <a:off x="13364152" y="36024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4 350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13364150" y="5163100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52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13364150" y="67212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88,14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13364150" y="827977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7167615" y="3733925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4 314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7167614" y="5294600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7167613" y="685272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72,51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7167613" y="841127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2,13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2269024" y="6766027"/>
            <a:ext cx="568298" cy="730930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7"/>
          <p:cNvGrpSpPr/>
          <p:nvPr/>
        </p:nvGrpSpPr>
        <p:grpSpPr>
          <a:xfrm>
            <a:off x="1082550" y="3812550"/>
            <a:ext cx="6507939" cy="873825"/>
            <a:chOff x="0" y="-38100"/>
            <a:chExt cx="4607064" cy="595289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31" name="Google Shape;23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7"/>
          <p:cNvSpPr/>
          <p:nvPr/>
        </p:nvSpPr>
        <p:spPr>
          <a:xfrm>
            <a:off x="2543136" y="40238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7"/>
          <p:cNvSpPr txBox="1"/>
          <p:nvPr/>
        </p:nvSpPr>
        <p:spPr>
          <a:xfrm>
            <a:off x="2310298" y="40542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35" name="Google Shape;235;p17"/>
          <p:cNvGrpSpPr/>
          <p:nvPr/>
        </p:nvGrpSpPr>
        <p:grpSpPr>
          <a:xfrm>
            <a:off x="1175999" y="7496623"/>
            <a:ext cx="6456339" cy="834238"/>
            <a:chOff x="0" y="-38100"/>
            <a:chExt cx="4607064" cy="595289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37" name="Google Shape;23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17"/>
          <p:cNvSpPr txBox="1"/>
          <p:nvPr/>
        </p:nvSpPr>
        <p:spPr>
          <a:xfrm>
            <a:off x="2094601" y="7681328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Microsoft ADS</a:t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1150164" y="5594175"/>
            <a:ext cx="6456339" cy="834238"/>
            <a:chOff x="0" y="-38100"/>
            <a:chExt cx="4607064" cy="595289"/>
          </a:xfrm>
        </p:grpSpPr>
        <p:sp>
          <p:nvSpPr>
            <p:cNvPr id="240" name="Google Shape;24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41" name="Google Shape;241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7"/>
          <p:cNvSpPr txBox="1"/>
          <p:nvPr/>
        </p:nvSpPr>
        <p:spPr>
          <a:xfrm>
            <a:off x="2120438" y="579975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5" name="Google Shape;245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6" name="Google Shape;246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48" name="Google Shape;248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9" name="Google Shape;249;p17"/>
          <p:cNvCxnSpPr/>
          <p:nvPr/>
        </p:nvCxnSpPr>
        <p:spPr>
          <a:xfrm rot="10800000">
            <a:off x="12920905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0" name="Google Shape;250;p17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3529633" y="39165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954,6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3471503" y="759311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88,14 €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8242003" y="391652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1 078,41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3497341" y="564916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866,46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8182273" y="759310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72,51 €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8208111" y="564915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1 005,9 €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923276" y="76237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7"/>
          <p:cNvSpPr/>
          <p:nvPr/>
        </p:nvSpPr>
        <p:spPr>
          <a:xfrm>
            <a:off x="2120439" y="565142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7" name="Google Shape;267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8" name="Google Shape;268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9" name="Google Shape;269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