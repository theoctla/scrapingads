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4.jp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0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10" Type="http://schemas.openxmlformats.org/officeDocument/2006/relationships/image" Target="../media/image18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Univers Construction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744902" y="795351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2744902" y="93778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027664" y="9364275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51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1 648,49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519,2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95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180 892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59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2 434,11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098650" y="6254400"/>
            <a:ext cx="34782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617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102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222 993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5" name="Google Shape;175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6" name="Google Shape;17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7" name="Google Shape;17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80" name="Google Shape;180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" name="Google Shape;181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2" name="Google Shape;182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51 801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2 085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1 648,49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0,79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7.57%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9499325" y="34169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91 403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499325" y="46383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3 059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531125" y="8615675"/>
            <a:ext cx="2974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2 434,11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9651725" y="7264321"/>
            <a:ext cx="2854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0,8 €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9651725" y="5988500"/>
            <a:ext cx="2854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8.48%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5" name="Google Shape;195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6" name="Google Shape;19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7" name="Google Shape;197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5" name="Google Shape;21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6" name="Google Shape;216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19" name="Google Shape;219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6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1" name="Google Shape;231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2" name="Google Shape;232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3" name="Google Shape;233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9505650" y="3373225"/>
            <a:ext cx="30066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131 590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505650" y="45946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2 606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341575" y="8646925"/>
            <a:ext cx="3170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617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174275" y="7220575"/>
            <a:ext cx="33378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0,24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594475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1.98%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1" name="Google Shape;24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6"/>
          <p:cNvSpPr txBox="1"/>
          <p:nvPr/>
        </p:nvSpPr>
        <p:spPr>
          <a:xfrm>
            <a:off x="13077396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13077400" y="3368350"/>
            <a:ext cx="3006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129 091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13077400" y="45897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2 250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13077400" y="864205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519,2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13077400" y="72157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0,23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3077400" y="5939875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1.74%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73245" y="1703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9" name="Google Shape;259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1" name="Google Shape;26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7"/>
          <p:cNvSpPr/>
          <p:nvPr/>
        </p:nvSpPr>
        <p:spPr>
          <a:xfrm>
            <a:off x="3632711" y="38728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7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5" name="Google Shape;265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/>
          <p:cNvSpPr txBox="1"/>
          <p:nvPr/>
        </p:nvSpPr>
        <p:spPr>
          <a:xfrm>
            <a:off x="4098276" y="5285841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4098276" y="6594815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Qualifiés</a:t>
            </a:r>
            <a:endParaRPr/>
          </a:p>
        </p:txBody>
      </p:sp>
      <p:grpSp>
        <p:nvGrpSpPr>
          <p:cNvPr id="274" name="Google Shape;274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6" name="Google Shape;27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7"/>
          <p:cNvSpPr txBox="1"/>
          <p:nvPr/>
        </p:nvSpPr>
        <p:spPr>
          <a:xfrm>
            <a:off x="4205425" y="7972642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CPL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370664" y="7899128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2" name="Google Shape;28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4" name="Google Shape;28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5" name="Google Shape;28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p17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2 167,69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14,8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10113025" y="372940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3 051,11 €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5092475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161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0112975" y="7877700"/>
            <a:ext cx="31332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18,9</a:t>
            </a: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7"/>
          <p:cNvSpPr txBox="1"/>
          <p:nvPr/>
        </p:nvSpPr>
        <p:spPr>
          <a:xfrm>
            <a:off x="13921405" y="29808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