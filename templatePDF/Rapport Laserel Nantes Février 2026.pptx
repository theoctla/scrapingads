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9c0b5e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49c0b5e0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49c0b5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49c0b5e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Laserel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 b="1" sz="4282">
              <a:solidFill>
                <a:srgbClr val="56A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GOOGLE ADS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207" y="4300532"/>
            <a:ext cx="152876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META</a:t>
            </a: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 ADS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7" name="Google Shape;117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9" name="Google Shape;119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15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87" y="4084800"/>
            <a:ext cx="17533425" cy="15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2325999" y="3223524"/>
            <a:ext cx="5797990" cy="773222"/>
            <a:chOff x="0" y="-57150"/>
            <a:chExt cx="4607064" cy="6144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0" name="Google Shape;130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2325999" y="4658557"/>
            <a:ext cx="5797990" cy="749171"/>
            <a:chOff x="0" y="-38100"/>
            <a:chExt cx="4607064" cy="595289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33" name="Google Shape;13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2765935" y="3392693"/>
            <a:ext cx="507332" cy="507332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2979121" y="4726862"/>
            <a:ext cx="627926" cy="554144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6"/>
          <p:cNvSpPr txBox="1"/>
          <p:nvPr/>
        </p:nvSpPr>
        <p:spPr>
          <a:xfrm>
            <a:off x="3303231" y="3427973"/>
            <a:ext cx="413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9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 sz="1248"/>
          </a:p>
        </p:txBody>
      </p:sp>
      <p:sp>
        <p:nvSpPr>
          <p:cNvPr id="137" name="Google Shape;137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303217" y="4905249"/>
            <a:ext cx="434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 sz="1248"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2216926" y="6033692"/>
            <a:ext cx="5756066" cy="767631"/>
            <a:chOff x="0" y="-57150"/>
            <a:chExt cx="4607064" cy="6144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6"/>
          <p:cNvSpPr/>
          <p:nvPr/>
        </p:nvSpPr>
        <p:spPr>
          <a:xfrm>
            <a:off x="2765935" y="6175231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3077255" y="6243959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 sz="1248"/>
          </a:p>
        </p:txBody>
      </p:sp>
      <p:sp>
        <p:nvSpPr>
          <p:cNvPr id="144" name="Google Shape;144;p16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6" name="Google Shape;146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7" name="Google Shape;14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8" name="Google Shape;148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1" name="Google Shape;151;p16"/>
          <p:cNvCxnSpPr/>
          <p:nvPr/>
        </p:nvCxnSpPr>
        <p:spPr>
          <a:xfrm rot="10800000">
            <a:off x="12538222" y="32235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6"/>
          <p:cNvSpPr txBox="1"/>
          <p:nvPr/>
        </p:nvSpPr>
        <p:spPr>
          <a:xfrm>
            <a:off x="12746886" y="4806012"/>
            <a:ext cx="3473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607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53" name="Google Shape;153;p16"/>
          <p:cNvSpPr txBox="1"/>
          <p:nvPr/>
        </p:nvSpPr>
        <p:spPr>
          <a:xfrm>
            <a:off x="12677014" y="6202115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1 435,57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sp>
        <p:nvSpPr>
          <p:cNvPr id="154" name="Google Shape;154;p16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2677014" y="3427962"/>
            <a:ext cx="3473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330 834</a:t>
            </a:r>
            <a:endParaRPr sz="1248"/>
          </a:p>
        </p:txBody>
      </p:sp>
      <p:sp>
        <p:nvSpPr>
          <p:cNvPr id="157" name="Google Shape;157;p16"/>
          <p:cNvSpPr txBox="1"/>
          <p:nvPr/>
        </p:nvSpPr>
        <p:spPr>
          <a:xfrm>
            <a:off x="12661428" y="2545700"/>
            <a:ext cx="3473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536839" y="2545700"/>
            <a:ext cx="2918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567600" y="4722595"/>
            <a:ext cx="2918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635,27</a:t>
            </a:r>
            <a:r>
              <a:rPr lang="en-US" sz="384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60" name="Google Shape;160;p16"/>
          <p:cNvSpPr txBox="1"/>
          <p:nvPr/>
        </p:nvSpPr>
        <p:spPr>
          <a:xfrm>
            <a:off x="8567600" y="3344549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464 612</a:t>
            </a:r>
            <a:endParaRPr sz="1248"/>
          </a:p>
        </p:txBody>
      </p:sp>
      <p:sp>
        <p:nvSpPr>
          <p:cNvPr id="161" name="Google Shape;161;p16"/>
          <p:cNvSpPr txBox="1"/>
          <p:nvPr/>
        </p:nvSpPr>
        <p:spPr>
          <a:xfrm>
            <a:off x="8567600" y="6118700"/>
            <a:ext cx="3066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1 701,5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grpSp>
        <p:nvGrpSpPr>
          <p:cNvPr id="162" name="Google Shape;162;p16"/>
          <p:cNvGrpSpPr/>
          <p:nvPr/>
        </p:nvGrpSpPr>
        <p:grpSpPr>
          <a:xfrm>
            <a:off x="2177401" y="7492817"/>
            <a:ext cx="5756066" cy="767631"/>
            <a:chOff x="0" y="-57150"/>
            <a:chExt cx="4607064" cy="614400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4" name="Google Shape;164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6"/>
          <p:cNvSpPr/>
          <p:nvPr/>
        </p:nvSpPr>
        <p:spPr>
          <a:xfrm>
            <a:off x="2726410" y="7634356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6"/>
          <p:cNvSpPr txBox="1"/>
          <p:nvPr/>
        </p:nvSpPr>
        <p:spPr>
          <a:xfrm>
            <a:off x="3037730" y="7703084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48"/>
          </a:p>
        </p:txBody>
      </p:sp>
      <p:sp>
        <p:nvSpPr>
          <p:cNvPr id="167" name="Google Shape;167;p16"/>
          <p:cNvSpPr txBox="1"/>
          <p:nvPr/>
        </p:nvSpPr>
        <p:spPr>
          <a:xfrm>
            <a:off x="12637489" y="7661240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0,04 €</a:t>
            </a:r>
            <a:endParaRPr sz="1248"/>
          </a:p>
        </p:txBody>
      </p:sp>
      <p:sp>
        <p:nvSpPr>
          <p:cNvPr id="168" name="Google Shape;168;p16"/>
          <p:cNvSpPr txBox="1"/>
          <p:nvPr/>
        </p:nvSpPr>
        <p:spPr>
          <a:xfrm>
            <a:off x="8528075" y="7577820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2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0,03 €</a:t>
            </a:r>
            <a:endParaRPr sz="124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5" name="Google Shape;175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77" name="Google Shape;177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80" name="Google Shape;18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3" name="Google Shape;183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7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7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88" name="Google Shape;188;p17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89" name="Google Shape;18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90" name="Google Shape;190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17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7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3" name="Google Shape;193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4" name="Google Shape;194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5" name="Google Shape;195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314 863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49 794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15.81%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505650" y="33732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435 337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9505650" y="459460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64 436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9296400" y="7220575"/>
            <a:ext cx="33378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0,03 €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9505650" y="594475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14.80%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6" name="Google Shape;206;p17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8" name="Google Shape;20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7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7"/>
          <p:cNvSpPr txBox="1"/>
          <p:nvPr/>
        </p:nvSpPr>
        <p:spPr>
          <a:xfrm>
            <a:off x="13314020" y="2838600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0" name="Google Shape;220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2" name="Google Shape;222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2318390" y="3762480"/>
            <a:ext cx="6023275" cy="803187"/>
            <a:chOff x="0" y="-57150"/>
            <a:chExt cx="4607064" cy="614339"/>
          </a:xfrm>
        </p:grpSpPr>
        <p:sp>
          <p:nvSpPr>
            <p:cNvPr id="224" name="Google Shape;224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25" name="Google Shape;225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8"/>
          <p:cNvSpPr/>
          <p:nvPr/>
        </p:nvSpPr>
        <p:spPr>
          <a:xfrm>
            <a:off x="2625494" y="3938220"/>
            <a:ext cx="525806" cy="525806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8"/>
          <p:cNvSpPr txBox="1"/>
          <p:nvPr/>
        </p:nvSpPr>
        <p:spPr>
          <a:xfrm>
            <a:off x="3182607" y="3980517"/>
            <a:ext cx="4652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 sz="1297"/>
          </a:p>
        </p:txBody>
      </p:sp>
      <p:grpSp>
        <p:nvGrpSpPr>
          <p:cNvPr id="228" name="Google Shape;228;p18"/>
          <p:cNvGrpSpPr/>
          <p:nvPr/>
        </p:nvGrpSpPr>
        <p:grpSpPr>
          <a:xfrm>
            <a:off x="2311134" y="6217026"/>
            <a:ext cx="5979508" cy="797351"/>
            <a:chOff x="0" y="-57150"/>
            <a:chExt cx="4607064" cy="614339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30" name="Google Shape;230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8"/>
          <p:cNvSpPr/>
          <p:nvPr/>
        </p:nvSpPr>
        <p:spPr>
          <a:xfrm>
            <a:off x="2965250" y="6367373"/>
            <a:ext cx="646032" cy="570123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8"/>
          <p:cNvSpPr txBox="1"/>
          <p:nvPr/>
        </p:nvSpPr>
        <p:spPr>
          <a:xfrm>
            <a:off x="3535738" y="6438307"/>
            <a:ext cx="4754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1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97"/>
          </a:p>
        </p:txBody>
      </p:sp>
      <p:cxnSp>
        <p:nvCxnSpPr>
          <p:cNvPr id="233" name="Google Shape;233;p18"/>
          <p:cNvCxnSpPr/>
          <p:nvPr/>
        </p:nvCxnSpPr>
        <p:spPr>
          <a:xfrm rot="10800000">
            <a:off x="11828150" y="2829825"/>
            <a:ext cx="19500" cy="7061400"/>
          </a:xfrm>
          <a:prstGeom prst="straightConnector1">
            <a:avLst/>
          </a:prstGeom>
          <a:noFill/>
          <a:ln cap="flat" cmpd="sng" w="176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4" name="Google Shape;234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5" name="Google Shape;235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8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8"/>
          <p:cNvSpPr txBox="1"/>
          <p:nvPr/>
        </p:nvSpPr>
        <p:spPr>
          <a:xfrm>
            <a:off x="12164980" y="3780426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15 971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616675" y="1997601"/>
            <a:ext cx="1585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6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 sz="1297"/>
          </a:p>
        </p:txBody>
      </p:sp>
      <p:sp>
        <p:nvSpPr>
          <p:cNvPr id="239" name="Google Shape;239;p18"/>
          <p:cNvSpPr txBox="1"/>
          <p:nvPr/>
        </p:nvSpPr>
        <p:spPr>
          <a:xfrm>
            <a:off x="8670925" y="3810729"/>
            <a:ext cx="2784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29 275</a:t>
            </a:r>
            <a:endParaRPr sz="3989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949900" y="6279401"/>
            <a:ext cx="2643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22,47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8804800" y="5129647"/>
            <a:ext cx="26433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1 429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2" name="Google Shape;242;p18"/>
          <p:cNvGrpSpPr/>
          <p:nvPr/>
        </p:nvGrpSpPr>
        <p:grpSpPr>
          <a:xfrm>
            <a:off x="2279342" y="5049547"/>
            <a:ext cx="6023275" cy="778281"/>
            <a:chOff x="0" y="-38100"/>
            <a:chExt cx="4607064" cy="595289"/>
          </a:xfrm>
        </p:grpSpPr>
        <p:sp>
          <p:nvSpPr>
            <p:cNvPr id="243" name="Google Shape;24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4" name="Google Shape;244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8"/>
          <p:cNvSpPr/>
          <p:nvPr/>
        </p:nvSpPr>
        <p:spPr>
          <a:xfrm>
            <a:off x="2820150" y="5176092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 txBox="1"/>
          <p:nvPr/>
        </p:nvSpPr>
        <p:spPr>
          <a:xfrm>
            <a:off x="3283396" y="5223617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sz="1297"/>
          </a:p>
        </p:txBody>
      </p:sp>
      <p:sp>
        <p:nvSpPr>
          <p:cNvPr id="247" name="Google Shape;247;p18"/>
          <p:cNvSpPr txBox="1"/>
          <p:nvPr/>
        </p:nvSpPr>
        <p:spPr>
          <a:xfrm>
            <a:off x="12192805" y="2359382"/>
            <a:ext cx="3921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8698799" y="2359382"/>
            <a:ext cx="2784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9" name="Google Shape;249;p18"/>
          <p:cNvGrpSpPr/>
          <p:nvPr/>
        </p:nvGrpSpPr>
        <p:grpSpPr>
          <a:xfrm>
            <a:off x="2311125" y="7442425"/>
            <a:ext cx="6023275" cy="778281"/>
            <a:chOff x="0" y="-38100"/>
            <a:chExt cx="4607064" cy="595289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1" name="Google Shape;25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8"/>
          <p:cNvSpPr/>
          <p:nvPr/>
        </p:nvSpPr>
        <p:spPr>
          <a:xfrm>
            <a:off x="2851933" y="7568970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8"/>
          <p:cNvSpPr txBox="1"/>
          <p:nvPr/>
        </p:nvSpPr>
        <p:spPr>
          <a:xfrm>
            <a:off x="3315179" y="7616495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 sz="1297"/>
          </a:p>
        </p:txBody>
      </p:sp>
      <p:sp>
        <p:nvSpPr>
          <p:cNvPr id="254" name="Google Shape;254;p18"/>
          <p:cNvSpPr txBox="1"/>
          <p:nvPr/>
        </p:nvSpPr>
        <p:spPr>
          <a:xfrm>
            <a:off x="8866025" y="7453055"/>
            <a:ext cx="2754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635,27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12157705" y="5156220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1 220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2185530" y="6301357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27,98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12185530" y="7535095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607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9"/>
          <p:cNvGrpSpPr/>
          <p:nvPr/>
        </p:nvGrpSpPr>
        <p:grpSpPr>
          <a:xfrm>
            <a:off x="3036136" y="3863169"/>
            <a:ext cx="6762709" cy="873825"/>
            <a:chOff x="0" y="-38100"/>
            <a:chExt cx="4607064" cy="595289"/>
          </a:xfrm>
        </p:grpSpPr>
        <p:sp>
          <p:nvSpPr>
            <p:cNvPr id="263" name="Google Shape;263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4" name="Google Shape;264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9"/>
          <p:cNvSpPr/>
          <p:nvPr/>
        </p:nvSpPr>
        <p:spPr>
          <a:xfrm>
            <a:off x="3642336" y="40760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19"/>
          <p:cNvSpPr txBox="1"/>
          <p:nvPr/>
        </p:nvSpPr>
        <p:spPr>
          <a:xfrm>
            <a:off x="4263873" y="41048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9" name="Google Shape;269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1" name="Google Shape;271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3" name="Google Shape;273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4" name="Google Shape;274;p19"/>
          <p:cNvCxnSpPr/>
          <p:nvPr/>
        </p:nvCxnSpPr>
        <p:spPr>
          <a:xfrm rot="10800000">
            <a:off x="13391900" y="3307675"/>
            <a:ext cx="27000" cy="44829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5" name="Google Shape;275;p19"/>
          <p:cNvSpPr txBox="1"/>
          <p:nvPr/>
        </p:nvSpPr>
        <p:spPr>
          <a:xfrm>
            <a:off x="14381737" y="3372961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13900775" y="39254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2 042,57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3900775" y="52885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0122660" y="3375342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10122650" y="3932638"/>
            <a:ext cx="3133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2 336,77 €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0122600" y="5295713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13931020" y="3184100"/>
            <a:ext cx="3081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10122650" y="318412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3" name="Google Shape;283;p19"/>
          <p:cNvGrpSpPr/>
          <p:nvPr/>
        </p:nvGrpSpPr>
        <p:grpSpPr>
          <a:xfrm>
            <a:off x="3036136" y="5053269"/>
            <a:ext cx="6762709" cy="873825"/>
            <a:chOff x="0" y="-38100"/>
            <a:chExt cx="4607064" cy="595289"/>
          </a:xfrm>
        </p:grpSpPr>
        <p:sp>
          <p:nvSpPr>
            <p:cNvPr id="284" name="Google Shape;28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85" name="Google Shape;285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9"/>
          <p:cNvSpPr/>
          <p:nvPr/>
        </p:nvSpPr>
        <p:spPr>
          <a:xfrm>
            <a:off x="3642336" y="52661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9"/>
          <p:cNvSpPr txBox="1"/>
          <p:nvPr/>
        </p:nvSpPr>
        <p:spPr>
          <a:xfrm>
            <a:off x="4263873" y="52949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3900775" y="51155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73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10122650" y="51227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0" name="Google Shape;290;p19"/>
          <p:cNvGrpSpPr/>
          <p:nvPr/>
        </p:nvGrpSpPr>
        <p:grpSpPr>
          <a:xfrm>
            <a:off x="3036136" y="6229069"/>
            <a:ext cx="6762709" cy="873825"/>
            <a:chOff x="0" y="-38100"/>
            <a:chExt cx="4607064" cy="595289"/>
          </a:xfrm>
        </p:grpSpPr>
        <p:sp>
          <p:nvSpPr>
            <p:cNvPr id="291" name="Google Shape;29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</p:sp>
        <p:sp>
          <p:nvSpPr>
            <p:cNvPr id="292" name="Google Shape;292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9"/>
          <p:cNvSpPr/>
          <p:nvPr/>
        </p:nvSpPr>
        <p:spPr>
          <a:xfrm>
            <a:off x="3642336" y="64419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19"/>
          <p:cNvSpPr txBox="1"/>
          <p:nvPr/>
        </p:nvSpPr>
        <p:spPr>
          <a:xfrm>
            <a:off x="4263873" y="64707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3900775" y="62913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27,98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10122650" y="62985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22,47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4" name="Google Shape;30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6" name="Google Shape;30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