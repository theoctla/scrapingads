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Anton"/>
      <p:regular r:id="rId15"/>
    </p:embeddedFont>
    <p:embeddedFont>
      <p:font typeface="Poppins"/>
      <p:bold r:id="rId16"/>
      <p:boldItalic r:id="rId17"/>
    </p:embeddedFont>
    <p:embeddedFont>
      <p:font typeface="Allerta Stencil"/>
      <p:regular r:id="rId18"/>
    </p:embeddedFont>
    <p:embeddedFont>
      <p:font typeface="DM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nton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.fntdata"/><Relationship Id="rId6" Type="http://schemas.openxmlformats.org/officeDocument/2006/relationships/slide" Target="slides/slide1.xml"/><Relationship Id="rId18" Type="http://schemas.openxmlformats.org/officeDocument/2006/relationships/font" Target="fonts/AllertaStenci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56f6dbf6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b56f6dbf66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Relationship Id="rId4" Type="http://schemas.openxmlformats.org/officeDocument/2006/relationships/image" Target="../media/image7.jp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3.png"/><Relationship Id="rId5" Type="http://schemas.openxmlformats.org/officeDocument/2006/relationships/image" Target="../media/image8.png"/><Relationship Id="rId6" Type="http://schemas.openxmlformats.org/officeDocument/2006/relationships/image" Target="../media/image29.png"/><Relationship Id="rId7" Type="http://schemas.openxmlformats.org/officeDocument/2006/relationships/image" Target="../media/image1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10" Type="http://schemas.openxmlformats.org/officeDocument/2006/relationships/image" Target="../media/image12.png"/><Relationship Id="rId9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1.png"/><Relationship Id="rId8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10" Type="http://schemas.openxmlformats.org/officeDocument/2006/relationships/image" Target="../media/image12.png"/><Relationship Id="rId9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20.png"/><Relationship Id="rId7" Type="http://schemas.openxmlformats.org/officeDocument/2006/relationships/image" Target="../media/image1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10" Type="http://schemas.openxmlformats.org/officeDocument/2006/relationships/image" Target="../media/image31.png"/><Relationship Id="rId9" Type="http://schemas.openxmlformats.org/officeDocument/2006/relationships/image" Target="../media/image33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France Literie Annemasse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21 281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202 457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18 655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180 865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1 549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1 013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1144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951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148 061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460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650,47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0,11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130 176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586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653,99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0,11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5 684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5 436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3285251"/>
            <a:ext cx="6710189" cy="799771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406620"/>
            <a:ext cx="6710189" cy="799771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524778"/>
            <a:ext cx="6710189" cy="799771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452657"/>
            <a:ext cx="630289" cy="550441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4638992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521048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5752526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motorisé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560752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1 865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4682121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671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5801668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796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8172615" y="3560752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1 909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72615" y="4682121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817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172615" y="5801668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774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959975" y="8063094"/>
            <a:ext cx="6710189" cy="820904"/>
            <a:chOff x="0" y="-38100"/>
            <a:chExt cx="4607064" cy="595289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>
            <a:off x="1643717" y="8301787"/>
            <a:ext cx="405640" cy="43544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2048846" y="8300360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959975" y="6831348"/>
            <a:ext cx="6710189" cy="820904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1559501" y="6992878"/>
            <a:ext cx="688568" cy="556215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2088904" y="7068613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4" name="Google Shape;234;p16"/>
          <p:cNvSpPr txBox="1"/>
          <p:nvPr/>
        </p:nvSpPr>
        <p:spPr>
          <a:xfrm>
            <a:off x="13314923" y="8310947"/>
            <a:ext cx="40131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21 281</a:t>
            </a:r>
            <a:endParaRPr sz="1263"/>
          </a:p>
        </p:txBody>
      </p:sp>
      <p:sp>
        <p:nvSpPr>
          <p:cNvPr id="235" name="Google Shape;235;p16"/>
          <p:cNvSpPr txBox="1"/>
          <p:nvPr/>
        </p:nvSpPr>
        <p:spPr>
          <a:xfrm>
            <a:off x="13314923" y="6987807"/>
            <a:ext cx="40131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202 457</a:t>
            </a:r>
            <a:endParaRPr sz="1263"/>
          </a:p>
        </p:txBody>
      </p:sp>
      <p:sp>
        <p:nvSpPr>
          <p:cNvPr id="236" name="Google Shape;236;p16"/>
          <p:cNvSpPr txBox="1"/>
          <p:nvPr/>
        </p:nvSpPr>
        <p:spPr>
          <a:xfrm>
            <a:off x="8185048" y="8300370"/>
            <a:ext cx="38961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18 655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161953" y="6987815"/>
            <a:ext cx="41664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180 865</a:t>
            </a:r>
            <a:endParaRPr sz="1263"/>
          </a:p>
        </p:txBody>
      </p:sp>
      <p:pic>
        <p:nvPicPr>
          <p:cNvPr id="238" name="Google Shape;238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5590235"/>
            <a:ext cx="789600" cy="728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556477"/>
            <a:ext cx="609600" cy="5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52 085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15 065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220,91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49 718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12 603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237,62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28.92%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0,42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25.35%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0,57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/>
        </p:nvSpPr>
        <p:spPr>
          <a:xfrm>
            <a:off x="3196211" y="419260"/>
            <a:ext cx="11895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MICROSOFT ADS</a:t>
            </a:r>
            <a:endParaRPr sz="67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1" name="Google Shape;321;p19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22" name="Google Shape;322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23" name="Google Shape;323;p19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9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25" name="Google Shape;325;p19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6" name="Google Shape;326;p19"/>
          <p:cNvCxnSpPr/>
          <p:nvPr/>
        </p:nvCxnSpPr>
        <p:spPr>
          <a:xfrm rot="10800000">
            <a:off x="14368500" y="2959875"/>
            <a:ext cx="21000" cy="5868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327" name="Google Shape;327;p19"/>
          <p:cNvGrpSpPr/>
          <p:nvPr/>
        </p:nvGrpSpPr>
        <p:grpSpPr>
          <a:xfrm>
            <a:off x="1001875" y="3521199"/>
            <a:ext cx="8614288" cy="984191"/>
            <a:chOff x="0" y="-38100"/>
            <a:chExt cx="4607064" cy="595289"/>
          </a:xfrm>
        </p:grpSpPr>
        <p:sp>
          <p:nvSpPr>
            <p:cNvPr id="328" name="Google Shape;32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5D05"/>
            </a:solidFill>
            <a:ln>
              <a:noFill/>
            </a:ln>
          </p:spPr>
        </p:sp>
        <p:sp>
          <p:nvSpPr>
            <p:cNvPr id="329" name="Google Shape;329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19"/>
          <p:cNvGrpSpPr/>
          <p:nvPr/>
        </p:nvGrpSpPr>
        <p:grpSpPr>
          <a:xfrm>
            <a:off x="1001875" y="4901144"/>
            <a:ext cx="8614288" cy="984191"/>
            <a:chOff x="0" y="-38100"/>
            <a:chExt cx="4607064" cy="595289"/>
          </a:xfrm>
        </p:grpSpPr>
        <p:sp>
          <p:nvSpPr>
            <p:cNvPr id="331" name="Google Shape;33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A20C"/>
            </a:solidFill>
            <a:ln>
              <a:noFill/>
            </a:ln>
          </p:spPr>
        </p:sp>
        <p:sp>
          <p:nvSpPr>
            <p:cNvPr id="332" name="Google Shape;332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19"/>
          <p:cNvSpPr/>
          <p:nvPr/>
        </p:nvSpPr>
        <p:spPr>
          <a:xfrm>
            <a:off x="2367569" y="5164155"/>
            <a:ext cx="443539" cy="521637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9"/>
          <p:cNvSpPr/>
          <p:nvPr/>
        </p:nvSpPr>
        <p:spPr>
          <a:xfrm>
            <a:off x="2196467" y="373096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5" name="Google Shape;335;p19"/>
          <p:cNvGrpSpPr/>
          <p:nvPr/>
        </p:nvGrpSpPr>
        <p:grpSpPr>
          <a:xfrm>
            <a:off x="1001875" y="6277135"/>
            <a:ext cx="8614288" cy="984191"/>
            <a:chOff x="0" y="-38100"/>
            <a:chExt cx="4607064" cy="595289"/>
          </a:xfrm>
        </p:grpSpPr>
        <p:sp>
          <p:nvSpPr>
            <p:cNvPr id="336" name="Google Shape;33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B21"/>
            </a:solidFill>
            <a:ln>
              <a:noFill/>
            </a:ln>
          </p:spPr>
        </p:sp>
        <p:sp>
          <p:nvSpPr>
            <p:cNvPr id="337" name="Google Shape;337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p19"/>
          <p:cNvSpPr/>
          <p:nvPr/>
        </p:nvSpPr>
        <p:spPr>
          <a:xfrm>
            <a:off x="2803605" y="6393830"/>
            <a:ext cx="762816" cy="868286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9" name="Google Shape;339;p19"/>
          <p:cNvGrpSpPr/>
          <p:nvPr/>
        </p:nvGrpSpPr>
        <p:grpSpPr>
          <a:xfrm>
            <a:off x="1001875" y="7653124"/>
            <a:ext cx="8614288" cy="984191"/>
            <a:chOff x="0" y="-38100"/>
            <a:chExt cx="4607064" cy="595289"/>
          </a:xfrm>
        </p:grpSpPr>
        <p:sp>
          <p:nvSpPr>
            <p:cNvPr id="340" name="Google Shape;34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800"/>
            </a:solidFill>
            <a:ln>
              <a:noFill/>
            </a:ln>
          </p:spPr>
        </p:sp>
        <p:sp>
          <p:nvSpPr>
            <p:cNvPr id="341" name="Google Shape;341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19"/>
          <p:cNvSpPr/>
          <p:nvPr/>
        </p:nvSpPr>
        <p:spPr>
          <a:xfrm>
            <a:off x="2739685" y="785928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9"/>
          <p:cNvSpPr txBox="1"/>
          <p:nvPr/>
        </p:nvSpPr>
        <p:spPr>
          <a:xfrm>
            <a:off x="2567959" y="5196421"/>
            <a:ext cx="62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Microsoft ADS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2505507" y="3812008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Impressions Microsoft ADS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2949366" y="6575941"/>
            <a:ext cx="51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Microsoft ADS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3566420" y="7951931"/>
            <a:ext cx="40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par clic Moyen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4405175" y="33967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2 311</a:t>
            </a:r>
            <a:endParaRPr sz="4000"/>
          </a:p>
        </p:txBody>
      </p:sp>
      <p:sp>
        <p:nvSpPr>
          <p:cNvPr id="348" name="Google Shape;348;p19"/>
          <p:cNvSpPr txBox="1"/>
          <p:nvPr/>
        </p:nvSpPr>
        <p:spPr>
          <a:xfrm>
            <a:off x="14405174" y="4957400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</a:t>
            </a:r>
            <a:endParaRPr sz="4000"/>
          </a:p>
        </p:txBody>
      </p:sp>
      <p:sp>
        <p:nvSpPr>
          <p:cNvPr id="349" name="Google Shape;349;p19"/>
          <p:cNvSpPr txBox="1"/>
          <p:nvPr/>
        </p:nvSpPr>
        <p:spPr>
          <a:xfrm>
            <a:off x="14405174" y="65155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53,9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0" name="Google Shape;350;p19"/>
          <p:cNvSpPr txBox="1"/>
          <p:nvPr/>
        </p:nvSpPr>
        <p:spPr>
          <a:xfrm>
            <a:off x="14405174" y="807407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0,75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1" name="Google Shape;351;p19"/>
          <p:cNvSpPr txBox="1"/>
          <p:nvPr/>
        </p:nvSpPr>
        <p:spPr>
          <a:xfrm>
            <a:off x="9834324" y="3396725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971</a:t>
            </a:r>
            <a:endParaRPr sz="4000"/>
          </a:p>
        </p:txBody>
      </p:sp>
      <p:sp>
        <p:nvSpPr>
          <p:cNvPr id="352" name="Google Shape;352;p19"/>
          <p:cNvSpPr txBox="1"/>
          <p:nvPr/>
        </p:nvSpPr>
        <p:spPr>
          <a:xfrm>
            <a:off x="9834323" y="4957400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30</a:t>
            </a:r>
            <a:endParaRPr sz="4000"/>
          </a:p>
        </p:txBody>
      </p:sp>
      <p:sp>
        <p:nvSpPr>
          <p:cNvPr id="353" name="Google Shape;353;p19"/>
          <p:cNvSpPr txBox="1"/>
          <p:nvPr/>
        </p:nvSpPr>
        <p:spPr>
          <a:xfrm>
            <a:off x="9834323" y="651552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22,23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4" name="Google Shape;354;p19"/>
          <p:cNvSpPr txBox="1"/>
          <p:nvPr/>
        </p:nvSpPr>
        <p:spPr>
          <a:xfrm>
            <a:off x="9834323" y="807407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0,74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5" name="Google Shape;355;p19"/>
          <p:cNvSpPr txBox="1"/>
          <p:nvPr/>
        </p:nvSpPr>
        <p:spPr>
          <a:xfrm>
            <a:off x="14405176" y="2779350"/>
            <a:ext cx="3798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10515313" y="2647850"/>
            <a:ext cx="367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357" name="Google Shape;357;p19" title="Microsoft-Advertising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06300" y="525126"/>
            <a:ext cx="4475400" cy="251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20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63" name="Google Shape;363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64" name="Google Shape;364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20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20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68" name="Google Shape;368;p20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69" name="Google Shape;369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70" name="Google Shape;370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20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72" name="Google Shape;372;p20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73" name="Google Shape;373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74" name="Google Shape;374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20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76" name="Google Shape;376;p20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77" name="Google Shape;377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78" name="Google Shape;378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20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1" name="Google Shape;381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82" name="Google Shape;382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83" name="Google Shape;383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20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85" name="Google Shape;385;p20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86" name="Google Shape;386;p20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7" name="Google Shape;387;p20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925,28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650,47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220,91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2" name="Google Shape;392;p20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913,84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3" name="Google Shape;393;p20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653,99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4" name="Google Shape;394;p20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237,62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0,34€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0,47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20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20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21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21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7" name="Google Shape;407;p21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408" name="Google Shape;408;p21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409" name="Google Shape;409;p21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