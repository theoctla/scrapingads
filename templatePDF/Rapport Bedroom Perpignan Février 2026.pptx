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Anton"/>
      <p:regular r:id="rId13"/>
    </p:embeddedFont>
    <p:embeddedFont>
      <p:font typeface="Poppins"/>
      <p:bold r:id="rId14"/>
      <p:boldItalic r:id="rId15"/>
    </p:embeddedFont>
    <p:embeddedFont>
      <p:font typeface="Allerta Stencil"/>
      <p:regular r:id="rId16"/>
    </p:embeddedFont>
    <p:embeddedFont>
      <p:font typeface="DM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nton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Italic.fntdata"/><Relationship Id="rId14" Type="http://schemas.openxmlformats.org/officeDocument/2006/relationships/font" Target="fonts/Poppins-bold.fntdata"/><Relationship Id="rId17" Type="http://schemas.openxmlformats.org/officeDocument/2006/relationships/font" Target="fonts/DMSans-regular.fntdata"/><Relationship Id="rId16" Type="http://schemas.openxmlformats.org/officeDocument/2006/relationships/font" Target="fonts/AllertaStencil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8c71ecd4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8c71ecd42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6.jp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4.png"/><Relationship Id="rId9" Type="http://schemas.openxmlformats.org/officeDocument/2006/relationships/image" Target="../media/image20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9.png"/><Relationship Id="rId9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Bedroom Perpignan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>
            <a:off x="2292081" y="3857255"/>
            <a:ext cx="6503792" cy="867262"/>
            <a:chOff x="0" y="-57150"/>
            <a:chExt cx="4607064" cy="614339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2292081" y="5466923"/>
            <a:ext cx="6503792" cy="840369"/>
            <a:chOff x="0" y="-38100"/>
            <a:chExt cx="4607064" cy="595289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4"/>
          <p:cNvSpPr/>
          <p:nvPr/>
        </p:nvSpPr>
        <p:spPr>
          <a:xfrm>
            <a:off x="2785554" y="4047014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4"/>
          <p:cNvSpPr/>
          <p:nvPr/>
        </p:nvSpPr>
        <p:spPr>
          <a:xfrm>
            <a:off x="3024684" y="5543543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4"/>
          <p:cNvSpPr txBox="1"/>
          <p:nvPr/>
        </p:nvSpPr>
        <p:spPr>
          <a:xfrm>
            <a:off x="3388236" y="4086587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3388220" y="5743639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GOOGLE</a:t>
            </a:r>
            <a:endParaRPr/>
          </a:p>
        </p:txBody>
      </p:sp>
      <p:grpSp>
        <p:nvGrpSpPr>
          <p:cNvPr id="113" name="Google Shape;113;p14"/>
          <p:cNvGrpSpPr/>
          <p:nvPr/>
        </p:nvGrpSpPr>
        <p:grpSpPr>
          <a:xfrm>
            <a:off x="2169734" y="7009409"/>
            <a:ext cx="6456339" cy="860935"/>
            <a:chOff x="0" y="-57150"/>
            <a:chExt cx="4607064" cy="614339"/>
          </a:xfrm>
        </p:grpSpPr>
        <p:sp>
          <p:nvSpPr>
            <p:cNvPr id="114" name="Google Shape;11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15" name="Google Shape;115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4"/>
          <p:cNvSpPr/>
          <p:nvPr/>
        </p:nvSpPr>
        <p:spPr>
          <a:xfrm>
            <a:off x="2785554" y="7168169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4"/>
          <p:cNvSpPr txBox="1"/>
          <p:nvPr/>
        </p:nvSpPr>
        <p:spPr>
          <a:xfrm>
            <a:off x="3134760" y="7245261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-1283469" y="-777109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80" y="0"/>
                </a:lnTo>
                <a:lnTo>
                  <a:pt x="22228580" y="10252933"/>
                </a:lnTo>
                <a:lnTo>
                  <a:pt x="0" y="1025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0" name="Google Shape;120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21" name="Google Shape;121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22" name="Google Shape;122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24" name="Google Shape;124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25" name="Google Shape;125;p14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6" name="Google Shape;126;p14"/>
          <p:cNvSpPr txBox="1"/>
          <p:nvPr/>
        </p:nvSpPr>
        <p:spPr>
          <a:xfrm>
            <a:off x="13998125" y="5538750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1 627,92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3919750" y="7104750"/>
            <a:ext cx="3895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556,57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13919750" y="3993000"/>
            <a:ext cx="3895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383 335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13929751" y="2545700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9303225" y="2545700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9293250" y="5538750"/>
            <a:ext cx="32733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1 701,26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9293250" y="7104750"/>
            <a:ext cx="32733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580,23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9293250" y="3993000"/>
            <a:ext cx="32733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694 501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3" name="Google Shape;143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4" name="Google Shape;144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45" name="Google Shape;145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15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47" name="Google Shape;14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48" name="Google Shape;148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5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50" name="Google Shape;150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1" name="Google Shape;151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5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153" name="Google Shape;153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4" name="Google Shape;154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15"/>
          <p:cNvSpPr/>
          <p:nvPr/>
        </p:nvSpPr>
        <p:spPr>
          <a:xfrm>
            <a:off x="3943095" y="483679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15"/>
          <p:cNvSpPr/>
          <p:nvPr/>
        </p:nvSpPr>
        <p:spPr>
          <a:xfrm>
            <a:off x="3380537" y="35461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15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3540120" y="8850072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/>
          </a:p>
        </p:txBody>
      </p:sp>
      <p:grpSp>
        <p:nvGrpSpPr>
          <p:cNvPr id="160" name="Google Shape;160;p15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61" name="Google Shape;16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2" name="Google Shape;162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15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64" name="Google Shape;164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5" name="Google Shape;165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66" name="Google Shape;166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5"/>
          <p:cNvSpPr txBox="1"/>
          <p:nvPr/>
        </p:nvSpPr>
        <p:spPr>
          <a:xfrm>
            <a:off x="13272075" y="33842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253 097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13272075" y="4638350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790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13272075" y="8615675"/>
            <a:ext cx="4234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1 627,92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13272075" y="72643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0,31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13271950" y="5988500"/>
            <a:ext cx="4234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5.40%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9499325" y="34169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552 471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9499325" y="46383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1 035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9531125" y="8615675"/>
            <a:ext cx="29748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1 701,26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9651736" y="7264316"/>
            <a:ext cx="28542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0,22 €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9651725" y="5988500"/>
            <a:ext cx="2854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6.03%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9" name="Google Shape;179;p15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180" name="Google Shape;180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81" name="Google Shape;181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15"/>
          <p:cNvSpPr/>
          <p:nvPr/>
        </p:nvSpPr>
        <p:spPr>
          <a:xfrm>
            <a:off x="3758749" y="6003989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5"/>
          <p:cNvSpPr txBox="1"/>
          <p:nvPr/>
        </p:nvSpPr>
        <p:spPr>
          <a:xfrm>
            <a:off x="3689920" y="6089968"/>
            <a:ext cx="4872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6" name="Google Shape;186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05725" y="73270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93275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/>
          <p:nvPr/>
        </p:nvSpPr>
        <p:spPr>
          <a:xfrm>
            <a:off x="-31750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6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5" name="Google Shape;195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96" name="Google Shape;196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97" name="Google Shape;197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16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99" name="Google Shape;19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00" name="Google Shape;200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16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202" name="Google Shape;20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03" name="Google Shape;203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16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205" name="Google Shape;20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06" name="Google Shape;206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16"/>
          <p:cNvSpPr/>
          <p:nvPr/>
        </p:nvSpPr>
        <p:spPr>
          <a:xfrm>
            <a:off x="4086333" y="48445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6"/>
          <p:cNvSpPr/>
          <p:nvPr/>
        </p:nvSpPr>
        <p:spPr>
          <a:xfrm>
            <a:off x="3548387" y="35616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6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3540120" y="888851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grpSp>
        <p:nvGrpSpPr>
          <p:cNvPr id="212" name="Google Shape;212;p16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213" name="Google Shape;21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14" name="Google Shape;214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16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16" name="Google Shape;216;p16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7" name="Google Shape;217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18" name="Google Shape;218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13286650" y="337322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130 238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13286650" y="45946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25 618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13314025" y="8646925"/>
            <a:ext cx="3817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556,57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13314025" y="72205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0,02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13286650" y="59447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19.67%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9505650" y="337322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142 030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7" name="Google Shape;227;p16"/>
          <p:cNvSpPr txBox="1"/>
          <p:nvPr/>
        </p:nvSpPr>
        <p:spPr>
          <a:xfrm>
            <a:off x="9505650" y="459460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25 475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9505650" y="8646925"/>
            <a:ext cx="30066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580,23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9" name="Google Shape;229;p16"/>
          <p:cNvSpPr txBox="1"/>
          <p:nvPr/>
        </p:nvSpPr>
        <p:spPr>
          <a:xfrm>
            <a:off x="9505650" y="722057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0,02 €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9505650" y="594475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17.94%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31" name="Google Shape;231;p16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232" name="Google Shape;23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33" name="Google Shape;233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16"/>
          <p:cNvSpPr/>
          <p:nvPr/>
        </p:nvSpPr>
        <p:spPr>
          <a:xfrm>
            <a:off x="3901999" y="6003989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6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36" name="Google Shape;236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6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39" name="Google Shape;239;p16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48975" y="73389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6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51275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17"/>
          <p:cNvGrpSpPr/>
          <p:nvPr/>
        </p:nvGrpSpPr>
        <p:grpSpPr>
          <a:xfrm>
            <a:off x="2155661" y="4727756"/>
            <a:ext cx="6762709" cy="873825"/>
            <a:chOff x="0" y="-38100"/>
            <a:chExt cx="4607064" cy="595289"/>
          </a:xfrm>
        </p:grpSpPr>
        <p:sp>
          <p:nvSpPr>
            <p:cNvPr id="246" name="Google Shape;246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47" name="Google Shape;247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17"/>
          <p:cNvSpPr/>
          <p:nvPr/>
        </p:nvSpPr>
        <p:spPr>
          <a:xfrm>
            <a:off x="3616236" y="4939081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17"/>
          <p:cNvSpPr txBox="1"/>
          <p:nvPr/>
        </p:nvSpPr>
        <p:spPr>
          <a:xfrm>
            <a:off x="3383398" y="4969444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4425496" y="1019175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CONVERSIONS</a:t>
            </a:r>
            <a:endParaRPr/>
          </a:p>
        </p:txBody>
      </p:sp>
      <p:grpSp>
        <p:nvGrpSpPr>
          <p:cNvPr id="251" name="Google Shape;251;p17"/>
          <p:cNvGrpSpPr/>
          <p:nvPr/>
        </p:nvGrpSpPr>
        <p:grpSpPr>
          <a:xfrm>
            <a:off x="2257151" y="6148088"/>
            <a:ext cx="6456339" cy="834238"/>
            <a:chOff x="0" y="-38100"/>
            <a:chExt cx="4607064" cy="595289"/>
          </a:xfrm>
        </p:grpSpPr>
        <p:sp>
          <p:nvSpPr>
            <p:cNvPr id="252" name="Google Shape;252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53" name="Google Shape;253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17"/>
          <p:cNvSpPr txBox="1"/>
          <p:nvPr/>
        </p:nvSpPr>
        <p:spPr>
          <a:xfrm>
            <a:off x="3227426" y="635366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Itinéraires</a:t>
            </a:r>
            <a:endParaRPr/>
          </a:p>
        </p:txBody>
      </p:sp>
      <p:sp>
        <p:nvSpPr>
          <p:cNvPr id="255" name="Google Shape;255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6" name="Google Shape;256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57" name="Google Shape;257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58" name="Google Shape;258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60" name="Google Shape;260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61" name="Google Shape;261;p17"/>
          <p:cNvCxnSpPr/>
          <p:nvPr/>
        </p:nvCxnSpPr>
        <p:spPr>
          <a:xfrm rot="10800000">
            <a:off x="13009080" y="3545965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2" name="Google Shape;262;p17"/>
          <p:cNvSpPr txBox="1"/>
          <p:nvPr/>
        </p:nvSpPr>
        <p:spPr>
          <a:xfrm>
            <a:off x="13591300" y="482110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78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3" name="Google Shape;263;p17"/>
          <p:cNvSpPr txBox="1"/>
          <p:nvPr/>
        </p:nvSpPr>
        <p:spPr>
          <a:xfrm>
            <a:off x="13591300" y="6184175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3 216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4" name="Google Shape;264;p17"/>
          <p:cNvSpPr txBox="1"/>
          <p:nvPr/>
        </p:nvSpPr>
        <p:spPr>
          <a:xfrm>
            <a:off x="9242185" y="4239929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65" name="Google Shape;265;p17"/>
          <p:cNvSpPr txBox="1"/>
          <p:nvPr/>
        </p:nvSpPr>
        <p:spPr>
          <a:xfrm>
            <a:off x="9242175" y="4797225"/>
            <a:ext cx="3443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74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6" name="Google Shape;266;p17"/>
          <p:cNvSpPr txBox="1"/>
          <p:nvPr/>
        </p:nvSpPr>
        <p:spPr>
          <a:xfrm>
            <a:off x="9242125" y="6160300"/>
            <a:ext cx="31332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3 370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3681585" y="6381467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17"/>
          <p:cNvSpPr txBox="1"/>
          <p:nvPr/>
        </p:nvSpPr>
        <p:spPr>
          <a:xfrm>
            <a:off x="13621544" y="4079725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9242176" y="40487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18"/>
          <p:cNvGrpSpPr/>
          <p:nvPr/>
        </p:nvGrpSpPr>
        <p:grpSpPr>
          <a:xfrm>
            <a:off x="3026511" y="4558806"/>
            <a:ext cx="6762709" cy="873825"/>
            <a:chOff x="0" y="-38100"/>
            <a:chExt cx="4607064" cy="595289"/>
          </a:xfrm>
        </p:grpSpPr>
        <p:sp>
          <p:nvSpPr>
            <p:cNvPr id="275" name="Google Shape;275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76" name="Google Shape;276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18"/>
          <p:cNvSpPr/>
          <p:nvPr/>
        </p:nvSpPr>
        <p:spPr>
          <a:xfrm>
            <a:off x="4487086" y="4770131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18"/>
          <p:cNvSpPr txBox="1"/>
          <p:nvPr/>
        </p:nvSpPr>
        <p:spPr>
          <a:xfrm>
            <a:off x="4254248" y="4800494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79" name="Google Shape;279;p18"/>
          <p:cNvSpPr txBox="1"/>
          <p:nvPr/>
        </p:nvSpPr>
        <p:spPr>
          <a:xfrm>
            <a:off x="4425496" y="1019175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sp>
        <p:nvSpPr>
          <p:cNvPr id="280" name="Google Shape;280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1" name="Google Shape;281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82" name="Google Shape;282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83" name="Google Shape;283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4" name="Google Shape;284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85" name="Google Shape;285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86" name="Google Shape;286;p18"/>
          <p:cNvCxnSpPr/>
          <p:nvPr/>
        </p:nvCxnSpPr>
        <p:spPr>
          <a:xfrm rot="10800000">
            <a:off x="13391880" y="3307590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7" name="Google Shape;287;p18"/>
          <p:cNvSpPr txBox="1"/>
          <p:nvPr/>
        </p:nvSpPr>
        <p:spPr>
          <a:xfrm>
            <a:off x="14372112" y="3169723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88" name="Google Shape;288;p18"/>
          <p:cNvSpPr txBox="1"/>
          <p:nvPr/>
        </p:nvSpPr>
        <p:spPr>
          <a:xfrm>
            <a:off x="13891150" y="4621125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2 184,49</a:t>
            </a: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9" name="Google Shape;289;p18"/>
          <p:cNvSpPr txBox="1"/>
          <p:nvPr/>
        </p:nvSpPr>
        <p:spPr>
          <a:xfrm>
            <a:off x="10113035" y="3172104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90" name="Google Shape;290;p18"/>
          <p:cNvSpPr txBox="1"/>
          <p:nvPr/>
        </p:nvSpPr>
        <p:spPr>
          <a:xfrm>
            <a:off x="10113025" y="4628275"/>
            <a:ext cx="31332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2 281,49</a:t>
            </a: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1" name="Google Shape;291;p18"/>
          <p:cNvSpPr txBox="1"/>
          <p:nvPr/>
        </p:nvSpPr>
        <p:spPr>
          <a:xfrm>
            <a:off x="13921394" y="2980875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2" name="Google Shape;292;p18"/>
          <p:cNvSpPr txBox="1"/>
          <p:nvPr/>
        </p:nvSpPr>
        <p:spPr>
          <a:xfrm>
            <a:off x="10113025" y="2980875"/>
            <a:ext cx="3133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293" name="Google Shape;293;p18"/>
          <p:cNvGrpSpPr/>
          <p:nvPr/>
        </p:nvGrpSpPr>
        <p:grpSpPr>
          <a:xfrm>
            <a:off x="3026511" y="6139069"/>
            <a:ext cx="6762709" cy="873825"/>
            <a:chOff x="0" y="-38100"/>
            <a:chExt cx="4607064" cy="595289"/>
          </a:xfrm>
        </p:grpSpPr>
        <p:sp>
          <p:nvSpPr>
            <p:cNvPr id="294" name="Google Shape;294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95" name="Google Shape;295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18"/>
          <p:cNvSpPr/>
          <p:nvPr/>
        </p:nvSpPr>
        <p:spPr>
          <a:xfrm>
            <a:off x="4487086" y="6350394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8"/>
          <p:cNvSpPr txBox="1"/>
          <p:nvPr/>
        </p:nvSpPr>
        <p:spPr>
          <a:xfrm>
            <a:off x="4254248" y="6380757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</a:t>
            </a:r>
            <a:endParaRPr/>
          </a:p>
        </p:txBody>
      </p:sp>
      <p:grpSp>
        <p:nvGrpSpPr>
          <p:cNvPr id="298" name="Google Shape;298;p18"/>
          <p:cNvGrpSpPr/>
          <p:nvPr/>
        </p:nvGrpSpPr>
        <p:grpSpPr>
          <a:xfrm>
            <a:off x="3026501" y="7587900"/>
            <a:ext cx="6456339" cy="834238"/>
            <a:chOff x="0" y="-38100"/>
            <a:chExt cx="4607064" cy="595289"/>
          </a:xfrm>
        </p:grpSpPr>
        <p:sp>
          <p:nvSpPr>
            <p:cNvPr id="299" name="Google Shape;299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00" name="Google Shape;300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1" name="Google Shape;301;p18"/>
          <p:cNvSpPr txBox="1"/>
          <p:nvPr/>
        </p:nvSpPr>
        <p:spPr>
          <a:xfrm>
            <a:off x="3996776" y="7793479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Itinéraires</a:t>
            </a:r>
            <a:endParaRPr/>
          </a:p>
        </p:txBody>
      </p:sp>
      <p:sp>
        <p:nvSpPr>
          <p:cNvPr id="302" name="Google Shape;302;p18"/>
          <p:cNvSpPr txBox="1"/>
          <p:nvPr/>
        </p:nvSpPr>
        <p:spPr>
          <a:xfrm>
            <a:off x="14462150" y="6232413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78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3" name="Google Shape;303;p18"/>
          <p:cNvSpPr txBox="1"/>
          <p:nvPr/>
        </p:nvSpPr>
        <p:spPr>
          <a:xfrm>
            <a:off x="14360650" y="7623988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3216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4" name="Google Shape;304;p18"/>
          <p:cNvSpPr txBox="1"/>
          <p:nvPr/>
        </p:nvSpPr>
        <p:spPr>
          <a:xfrm>
            <a:off x="10113025" y="6208538"/>
            <a:ext cx="3443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74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5" name="Google Shape;305;p18"/>
          <p:cNvSpPr txBox="1"/>
          <p:nvPr/>
        </p:nvSpPr>
        <p:spPr>
          <a:xfrm>
            <a:off x="10011475" y="7600113"/>
            <a:ext cx="31332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3370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4450935" y="7821280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2" name="Google Shape;312;p19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3" name="Google Shape;313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4" name="Google Shape;314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15" name="Google Shape;315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16" name="Google Shape;316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