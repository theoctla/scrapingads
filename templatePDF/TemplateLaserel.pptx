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10287000" cx="18288000"/>
  <p:notesSz cx="6858000" cy="9144000"/>
  <p:embeddedFontLst>
    <p:embeddedFont>
      <p:font typeface="Anton"/>
      <p:regular r:id="rId14"/>
    </p:embeddedFont>
    <p:embeddedFont>
      <p:font typeface="Poppins"/>
      <p:bold r:id="rId15"/>
      <p:boldItalic r:id="rId16"/>
    </p:embeddedFont>
    <p:embeddedFont>
      <p:font typeface="Allerta Stencil"/>
      <p:regular r:id="rId17"/>
    </p:embeddedFont>
    <p:embeddedFont>
      <p:font typeface="DM Sans"/>
      <p:bold r:id="rId18"/>
      <p:boldItalic r:id="rId1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Poppins-bold.fntdata"/><Relationship Id="rId14" Type="http://schemas.openxmlformats.org/officeDocument/2006/relationships/font" Target="fonts/Anton-regular.fntdata"/><Relationship Id="rId17" Type="http://schemas.openxmlformats.org/officeDocument/2006/relationships/font" Target="fonts/AllertaStencil-regular.fntdata"/><Relationship Id="rId16" Type="http://schemas.openxmlformats.org/officeDocument/2006/relationships/font" Target="fonts/Poppins-boldItalic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DMSans-boldItalic.fntdata"/><Relationship Id="rId6" Type="http://schemas.openxmlformats.org/officeDocument/2006/relationships/slide" Target="slides/slide1.xml"/><Relationship Id="rId18" Type="http://schemas.openxmlformats.org/officeDocument/2006/relationships/font" Target="fonts/DMSans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b49c0b5e0a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g3b49c0b5e0a_0_4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b49c0b5e0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g3b49c0b5e0a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" name="Google Shape;304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9.png"/><Relationship Id="rId4" Type="http://schemas.openxmlformats.org/officeDocument/2006/relationships/image" Target="../media/image14.jpg"/><Relationship Id="rId5" Type="http://schemas.openxmlformats.org/officeDocument/2006/relationships/image" Target="../media/image1.png"/><Relationship Id="rId6" Type="http://schemas.openxmlformats.org/officeDocument/2006/relationships/image" Target="../media/image3.png"/><Relationship Id="rId7" Type="http://schemas.openxmlformats.org/officeDocument/2006/relationships/image" Target="../media/image10.png"/><Relationship Id="rId8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3.png"/><Relationship Id="rId4" Type="http://schemas.openxmlformats.org/officeDocument/2006/relationships/image" Target="../media/image7.png"/><Relationship Id="rId5" Type="http://schemas.openxmlformats.org/officeDocument/2006/relationships/image" Target="../media/image19.png"/><Relationship Id="rId6" Type="http://schemas.openxmlformats.org/officeDocument/2006/relationships/image" Target="../media/image3.png"/><Relationship Id="rId7" Type="http://schemas.openxmlformats.org/officeDocument/2006/relationships/image" Target="../media/image10.png"/><Relationship Id="rId8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9" Type="http://schemas.openxmlformats.org/officeDocument/2006/relationships/image" Target="../media/image9.png"/><Relationship Id="rId5" Type="http://schemas.openxmlformats.org/officeDocument/2006/relationships/image" Target="../media/image13.png"/><Relationship Id="rId6" Type="http://schemas.openxmlformats.org/officeDocument/2006/relationships/image" Target="../media/image7.png"/><Relationship Id="rId7" Type="http://schemas.openxmlformats.org/officeDocument/2006/relationships/image" Target="../media/image10.png"/><Relationship Id="rId8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9" Type="http://schemas.openxmlformats.org/officeDocument/2006/relationships/image" Target="../media/image15.png"/><Relationship Id="rId5" Type="http://schemas.openxmlformats.org/officeDocument/2006/relationships/image" Target="../media/image13.png"/><Relationship Id="rId6" Type="http://schemas.openxmlformats.org/officeDocument/2006/relationships/image" Target="../media/image7.png"/><Relationship Id="rId7" Type="http://schemas.openxmlformats.org/officeDocument/2006/relationships/image" Target="../media/image10.png"/><Relationship Id="rId8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2.png"/><Relationship Id="rId4" Type="http://schemas.openxmlformats.org/officeDocument/2006/relationships/image" Target="../media/image3.png"/><Relationship Id="rId5" Type="http://schemas.openxmlformats.org/officeDocument/2006/relationships/image" Target="../media/image10.png"/><Relationship Id="rId6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9.png"/><Relationship Id="rId4" Type="http://schemas.openxmlformats.org/officeDocument/2006/relationships/image" Target="../media/image1.png"/><Relationship Id="rId5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/>
          <p:nvPr/>
        </p:nvSpPr>
        <p:spPr>
          <a:xfrm>
            <a:off x="173245" y="0"/>
            <a:ext cx="22228579" cy="10252932"/>
          </a:xfrm>
          <a:custGeom>
            <a:rect b="b" l="l" r="r" t="t"/>
            <a:pathLst>
              <a:path extrusionOk="0" h="10252932" w="22228579">
                <a:moveTo>
                  <a:pt x="0" y="0"/>
                </a:moveTo>
                <a:lnTo>
                  <a:pt x="22228579" y="0"/>
                </a:lnTo>
                <a:lnTo>
                  <a:pt x="22228579" y="10252932"/>
                </a:lnTo>
                <a:lnTo>
                  <a:pt x="0" y="1025293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23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5" name="Google Shape;85;p13"/>
          <p:cNvSpPr/>
          <p:nvPr/>
        </p:nvSpPr>
        <p:spPr>
          <a:xfrm>
            <a:off x="10378499" y="649481"/>
            <a:ext cx="7519437" cy="8987928"/>
          </a:xfrm>
          <a:custGeom>
            <a:rect b="b" l="l" r="r" t="t"/>
            <a:pathLst>
              <a:path extrusionOk="0" h="10286873" w="8606155">
                <a:moveTo>
                  <a:pt x="8606155" y="10251440"/>
                </a:moveTo>
                <a:cubicBezTo>
                  <a:pt x="8606155" y="10284587"/>
                  <a:pt x="8595487" y="10286873"/>
                  <a:pt x="8567674" y="10286873"/>
                </a:cubicBezTo>
                <a:cubicBezTo>
                  <a:pt x="5713095" y="10286238"/>
                  <a:pt x="2858643" y="10286238"/>
                  <a:pt x="4064" y="10286238"/>
                </a:cubicBezTo>
                <a:cubicBezTo>
                  <a:pt x="0" y="10272395"/>
                  <a:pt x="6350" y="10259822"/>
                  <a:pt x="9271" y="10246995"/>
                </a:cubicBezTo>
                <a:cubicBezTo>
                  <a:pt x="134747" y="9685401"/>
                  <a:pt x="260350" y="9123934"/>
                  <a:pt x="386207" y="8562467"/>
                </a:cubicBezTo>
                <a:cubicBezTo>
                  <a:pt x="565658" y="7761986"/>
                  <a:pt x="745490" y="6961632"/>
                  <a:pt x="924814" y="6161151"/>
                </a:cubicBezTo>
                <a:cubicBezTo>
                  <a:pt x="1146302" y="5172583"/>
                  <a:pt x="1367282" y="4184015"/>
                  <a:pt x="1588643" y="3195574"/>
                </a:cubicBezTo>
                <a:cubicBezTo>
                  <a:pt x="1813560" y="2191385"/>
                  <a:pt x="2038604" y="1187323"/>
                  <a:pt x="2264156" y="183261"/>
                </a:cubicBezTo>
                <a:cubicBezTo>
                  <a:pt x="2277872" y="122174"/>
                  <a:pt x="2286635" y="59690"/>
                  <a:pt x="2308860" y="635"/>
                </a:cubicBezTo>
                <a:cubicBezTo>
                  <a:pt x="4395216" y="635"/>
                  <a:pt x="6481572" y="635"/>
                  <a:pt x="8567928" y="0"/>
                </a:cubicBezTo>
                <a:cubicBezTo>
                  <a:pt x="8596249" y="0"/>
                  <a:pt x="8605901" y="3429"/>
                  <a:pt x="8605901" y="35814"/>
                </a:cubicBezTo>
                <a:cubicBezTo>
                  <a:pt x="8605139" y="3441065"/>
                  <a:pt x="8605139" y="6846316"/>
                  <a:pt x="8606155" y="10251440"/>
                </a:cubicBez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-39728" r="-39728" t="0"/>
            </a:stretch>
          </a:blip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3"/>
          <p:cNvSpPr/>
          <p:nvPr/>
        </p:nvSpPr>
        <p:spPr>
          <a:xfrm>
            <a:off x="1115596" y="1301090"/>
            <a:ext cx="8028404" cy="873089"/>
          </a:xfrm>
          <a:custGeom>
            <a:rect b="b" l="l" r="r" t="t"/>
            <a:pathLst>
              <a:path extrusionOk="0" h="873089" w="8028404">
                <a:moveTo>
                  <a:pt x="0" y="0"/>
                </a:moveTo>
                <a:lnTo>
                  <a:pt x="8028404" y="0"/>
                </a:lnTo>
                <a:lnTo>
                  <a:pt x="8028404" y="873089"/>
                </a:lnTo>
                <a:lnTo>
                  <a:pt x="0" y="87308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87" name="Google Shape;87;p13"/>
          <p:cNvGrpSpPr/>
          <p:nvPr/>
        </p:nvGrpSpPr>
        <p:grpSpPr>
          <a:xfrm rot="-5400000">
            <a:off x="-6824740" y="3910659"/>
            <a:ext cx="11958151" cy="2037819"/>
            <a:chOff x="0" y="-28575"/>
            <a:chExt cx="3149472" cy="536710"/>
          </a:xfrm>
        </p:grpSpPr>
        <p:sp>
          <p:nvSpPr>
            <p:cNvPr id="88" name="Google Shape;88;p13"/>
            <p:cNvSpPr/>
            <p:nvPr/>
          </p:nvSpPr>
          <p:spPr>
            <a:xfrm>
              <a:off x="0" y="0"/>
              <a:ext cx="3149472" cy="508135"/>
            </a:xfrm>
            <a:custGeom>
              <a:rect b="b" l="l" r="r" t="t"/>
              <a:pathLst>
                <a:path extrusionOk="0" h="508135" w="3149472">
                  <a:moveTo>
                    <a:pt x="0" y="0"/>
                  </a:moveTo>
                  <a:lnTo>
                    <a:pt x="3149472" y="0"/>
                  </a:lnTo>
                  <a:lnTo>
                    <a:pt x="3149472" y="508135"/>
                  </a:lnTo>
                  <a:lnTo>
                    <a:pt x="0" y="508135"/>
                  </a:lnTo>
                  <a:close/>
                </a:path>
              </a:pathLst>
            </a:custGeom>
            <a:solidFill>
              <a:srgbClr val="E3C417"/>
            </a:solidFill>
            <a:ln>
              <a:noFill/>
            </a:ln>
          </p:spPr>
        </p:sp>
        <p:sp>
          <p:nvSpPr>
            <p:cNvPr id="89" name="Google Shape;89;p13"/>
            <p:cNvSpPr txBox="1"/>
            <p:nvPr/>
          </p:nvSpPr>
          <p:spPr>
            <a:xfrm>
              <a:off x="0" y="-28575"/>
              <a:ext cx="3149472" cy="5367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3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0" name="Google Shape;90;p13"/>
          <p:cNvSpPr/>
          <p:nvPr/>
        </p:nvSpPr>
        <p:spPr>
          <a:xfrm>
            <a:off x="14789897" y="9754804"/>
            <a:ext cx="3337820" cy="438089"/>
          </a:xfrm>
          <a:custGeom>
            <a:rect b="b" l="l" r="r" t="t"/>
            <a:pathLst>
              <a:path extrusionOk="0" h="438089" w="3337820">
                <a:moveTo>
                  <a:pt x="0" y="0"/>
                </a:moveTo>
                <a:lnTo>
                  <a:pt x="3337821" y="0"/>
                </a:lnTo>
                <a:lnTo>
                  <a:pt x="3337821" y="438089"/>
                </a:lnTo>
                <a:lnTo>
                  <a:pt x="0" y="43808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1" name="Google Shape;91;p13"/>
          <p:cNvSpPr/>
          <p:nvPr/>
        </p:nvSpPr>
        <p:spPr>
          <a:xfrm>
            <a:off x="9500831" y="256675"/>
            <a:ext cx="880108" cy="772025"/>
          </a:xfrm>
          <a:custGeom>
            <a:rect b="b" l="l" r="r" t="t"/>
            <a:pathLst>
              <a:path extrusionOk="0" h="772025" w="880108">
                <a:moveTo>
                  <a:pt x="0" y="0"/>
                </a:moveTo>
                <a:lnTo>
                  <a:pt x="880109" y="0"/>
                </a:lnTo>
                <a:lnTo>
                  <a:pt x="880109" y="772025"/>
                </a:lnTo>
                <a:lnTo>
                  <a:pt x="0" y="77202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2" name="Google Shape;92;p13"/>
          <p:cNvSpPr/>
          <p:nvPr/>
        </p:nvSpPr>
        <p:spPr>
          <a:xfrm rot="-2989933">
            <a:off x="8084469" y="8154059"/>
            <a:ext cx="971387" cy="870344"/>
          </a:xfrm>
          <a:custGeom>
            <a:rect b="b" l="l" r="r" t="t"/>
            <a:pathLst>
              <a:path extrusionOk="0" h="870344" w="971387">
                <a:moveTo>
                  <a:pt x="0" y="0"/>
                </a:moveTo>
                <a:lnTo>
                  <a:pt x="971387" y="0"/>
                </a:lnTo>
                <a:lnTo>
                  <a:pt x="971387" y="870344"/>
                </a:lnTo>
                <a:lnTo>
                  <a:pt x="0" y="87034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-2141" t="0"/>
            </a:stretch>
          </a:blipFill>
          <a:ln>
            <a:noFill/>
          </a:ln>
        </p:spPr>
      </p:sp>
      <p:sp>
        <p:nvSpPr>
          <p:cNvPr id="93" name="Google Shape;93;p13"/>
          <p:cNvSpPr/>
          <p:nvPr/>
        </p:nvSpPr>
        <p:spPr>
          <a:xfrm rot="-7994788">
            <a:off x="8652456" y="8768069"/>
            <a:ext cx="972132" cy="532002"/>
          </a:xfrm>
          <a:custGeom>
            <a:rect b="b" l="l" r="r" t="t"/>
            <a:pathLst>
              <a:path extrusionOk="0" h="532002" w="972132">
                <a:moveTo>
                  <a:pt x="0" y="0"/>
                </a:moveTo>
                <a:lnTo>
                  <a:pt x="972133" y="0"/>
                </a:lnTo>
                <a:lnTo>
                  <a:pt x="972133" y="532002"/>
                </a:lnTo>
                <a:lnTo>
                  <a:pt x="0" y="53200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4" name="Google Shape;94;p13"/>
          <p:cNvSpPr txBox="1"/>
          <p:nvPr/>
        </p:nvSpPr>
        <p:spPr>
          <a:xfrm>
            <a:off x="1115596" y="2833331"/>
            <a:ext cx="8549707" cy="29206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92" u="none" cap="none" strike="noStrike">
                <a:solidFill>
                  <a:srgbClr val="FFFBFB"/>
                </a:solidFill>
                <a:latin typeface="Allerta Stencil"/>
                <a:ea typeface="Allerta Stencil"/>
                <a:cs typeface="Allerta Stencil"/>
                <a:sym typeface="Allerta Stencil"/>
              </a:rPr>
              <a:t>RAPPORT DES CAMPAGNES</a:t>
            </a:r>
            <a:endParaRPr/>
          </a:p>
        </p:txBody>
      </p:sp>
      <p:sp>
        <p:nvSpPr>
          <p:cNvPr id="95" name="Google Shape;95;p13"/>
          <p:cNvSpPr txBox="1"/>
          <p:nvPr/>
        </p:nvSpPr>
        <p:spPr>
          <a:xfrm>
            <a:off x="14571554" y="2863"/>
            <a:ext cx="2843705" cy="5530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31" u="none" cap="none" strike="noStrike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WWW.TARMAAC.IO</a:t>
            </a:r>
            <a:endParaRPr/>
          </a:p>
        </p:txBody>
      </p:sp>
      <p:sp>
        <p:nvSpPr>
          <p:cNvPr id="96" name="Google Shape;96;p13"/>
          <p:cNvSpPr txBox="1"/>
          <p:nvPr/>
        </p:nvSpPr>
        <p:spPr>
          <a:xfrm>
            <a:off x="857675" y="6774800"/>
            <a:ext cx="8028300" cy="8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99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682">
                <a:solidFill>
                  <a:srgbClr val="FFFFFF"/>
                </a:solidFill>
              </a:rPr>
              <a:t>Laserel</a:t>
            </a:r>
            <a:endParaRPr b="1" sz="2800">
              <a:solidFill>
                <a:srgbClr val="FFFFFF"/>
              </a:solidFill>
            </a:endParaRPr>
          </a:p>
        </p:txBody>
      </p:sp>
      <p:sp>
        <p:nvSpPr>
          <p:cNvPr id="97" name="Google Shape;97;p13"/>
          <p:cNvSpPr txBox="1"/>
          <p:nvPr/>
        </p:nvSpPr>
        <p:spPr>
          <a:xfrm>
            <a:off x="857670" y="8978296"/>
            <a:ext cx="4853400" cy="65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99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282">
                <a:solidFill>
                  <a:srgbClr val="56AEFF"/>
                </a:solidFill>
              </a:rPr>
              <a:t>{{Mois}}</a:t>
            </a:r>
            <a:endParaRPr b="1" sz="4282">
              <a:solidFill>
                <a:srgbClr val="56AEFF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4"/>
          <p:cNvSpPr txBox="1"/>
          <p:nvPr/>
        </p:nvSpPr>
        <p:spPr>
          <a:xfrm>
            <a:off x="2879420" y="716319"/>
            <a:ext cx="12529200" cy="123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0">
                <a:solidFill>
                  <a:srgbClr val="FFFFFF"/>
                </a:solidFill>
                <a:latin typeface="Allerta Stencil"/>
                <a:ea typeface="Allerta Stencil"/>
                <a:cs typeface="Allerta Stencil"/>
                <a:sym typeface="Allerta Stencil"/>
              </a:rPr>
              <a:t>GOOGLE ADS</a:t>
            </a:r>
            <a:endParaRPr/>
          </a:p>
        </p:txBody>
      </p:sp>
      <p:sp>
        <p:nvSpPr>
          <p:cNvPr id="103" name="Google Shape;103;p14"/>
          <p:cNvSpPr/>
          <p:nvPr/>
        </p:nvSpPr>
        <p:spPr>
          <a:xfrm>
            <a:off x="14789897" y="9754804"/>
            <a:ext cx="3337820" cy="438089"/>
          </a:xfrm>
          <a:custGeom>
            <a:rect b="b" l="l" r="r" t="t"/>
            <a:pathLst>
              <a:path extrusionOk="0" h="438089" w="3337820">
                <a:moveTo>
                  <a:pt x="0" y="0"/>
                </a:moveTo>
                <a:lnTo>
                  <a:pt x="3337821" y="0"/>
                </a:lnTo>
                <a:lnTo>
                  <a:pt x="3337821" y="438089"/>
                </a:lnTo>
                <a:lnTo>
                  <a:pt x="0" y="43808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04" name="Google Shape;104;p14"/>
          <p:cNvGrpSpPr/>
          <p:nvPr/>
        </p:nvGrpSpPr>
        <p:grpSpPr>
          <a:xfrm rot="-5400000">
            <a:off x="-6824740" y="3910659"/>
            <a:ext cx="11958151" cy="2037819"/>
            <a:chOff x="0" y="-28575"/>
            <a:chExt cx="3149472" cy="536710"/>
          </a:xfrm>
        </p:grpSpPr>
        <p:sp>
          <p:nvSpPr>
            <p:cNvPr id="105" name="Google Shape;105;p14"/>
            <p:cNvSpPr/>
            <p:nvPr/>
          </p:nvSpPr>
          <p:spPr>
            <a:xfrm>
              <a:off x="0" y="0"/>
              <a:ext cx="3149472" cy="508135"/>
            </a:xfrm>
            <a:custGeom>
              <a:rect b="b" l="l" r="r" t="t"/>
              <a:pathLst>
                <a:path extrusionOk="0" h="508135" w="3149472">
                  <a:moveTo>
                    <a:pt x="0" y="0"/>
                  </a:moveTo>
                  <a:lnTo>
                    <a:pt x="3149472" y="0"/>
                  </a:lnTo>
                  <a:lnTo>
                    <a:pt x="3149472" y="508135"/>
                  </a:lnTo>
                  <a:lnTo>
                    <a:pt x="0" y="508135"/>
                  </a:lnTo>
                  <a:close/>
                </a:path>
              </a:pathLst>
            </a:custGeom>
            <a:solidFill>
              <a:srgbClr val="E3C417"/>
            </a:solidFill>
            <a:ln>
              <a:noFill/>
            </a:ln>
          </p:spPr>
        </p:sp>
        <p:sp>
          <p:nvSpPr>
            <p:cNvPr id="106" name="Google Shape;106;p14"/>
            <p:cNvSpPr txBox="1"/>
            <p:nvPr/>
          </p:nvSpPr>
          <p:spPr>
            <a:xfrm>
              <a:off x="0" y="-28575"/>
              <a:ext cx="3149472" cy="5367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3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7" name="Google Shape;107;p14"/>
          <p:cNvSpPr txBox="1"/>
          <p:nvPr/>
        </p:nvSpPr>
        <p:spPr>
          <a:xfrm>
            <a:off x="14008122" y="2474691"/>
            <a:ext cx="15636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60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39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Juillet 2025</a:t>
            </a:r>
            <a:endParaRPr/>
          </a:p>
        </p:txBody>
      </p:sp>
      <p:sp>
        <p:nvSpPr>
          <p:cNvPr id="108" name="Google Shape;108;p14"/>
          <p:cNvSpPr txBox="1"/>
          <p:nvPr/>
        </p:nvSpPr>
        <p:spPr>
          <a:xfrm>
            <a:off x="10300229" y="2474691"/>
            <a:ext cx="15636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60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39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Juin 2025</a:t>
            </a:r>
            <a:endParaRPr/>
          </a:p>
        </p:txBody>
      </p:sp>
      <p:sp>
        <p:nvSpPr>
          <p:cNvPr id="109" name="Google Shape;109;p14"/>
          <p:cNvSpPr txBox="1"/>
          <p:nvPr/>
        </p:nvSpPr>
        <p:spPr>
          <a:xfrm>
            <a:off x="2879395" y="4527744"/>
            <a:ext cx="125292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Mettre photo des campagnes</a:t>
            </a:r>
            <a:endParaRPr sz="1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5"/>
          <p:cNvSpPr txBox="1"/>
          <p:nvPr/>
        </p:nvSpPr>
        <p:spPr>
          <a:xfrm>
            <a:off x="2879420" y="716319"/>
            <a:ext cx="12529200" cy="123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0">
                <a:solidFill>
                  <a:srgbClr val="FFFFFF"/>
                </a:solidFill>
                <a:latin typeface="Allerta Stencil"/>
                <a:ea typeface="Allerta Stencil"/>
                <a:cs typeface="Allerta Stencil"/>
                <a:sym typeface="Allerta Stencil"/>
              </a:rPr>
              <a:t>META</a:t>
            </a:r>
            <a:r>
              <a:rPr lang="en-US" sz="8000">
                <a:solidFill>
                  <a:srgbClr val="FFFFFF"/>
                </a:solidFill>
                <a:latin typeface="Allerta Stencil"/>
                <a:ea typeface="Allerta Stencil"/>
                <a:cs typeface="Allerta Stencil"/>
                <a:sym typeface="Allerta Stencil"/>
              </a:rPr>
              <a:t> ADS</a:t>
            </a:r>
            <a:endParaRPr/>
          </a:p>
        </p:txBody>
      </p:sp>
      <p:sp>
        <p:nvSpPr>
          <p:cNvPr id="115" name="Google Shape;115;p15"/>
          <p:cNvSpPr/>
          <p:nvPr/>
        </p:nvSpPr>
        <p:spPr>
          <a:xfrm>
            <a:off x="14789897" y="9754804"/>
            <a:ext cx="3337820" cy="438089"/>
          </a:xfrm>
          <a:custGeom>
            <a:rect b="b" l="l" r="r" t="t"/>
            <a:pathLst>
              <a:path extrusionOk="0" h="438089" w="3337820">
                <a:moveTo>
                  <a:pt x="0" y="0"/>
                </a:moveTo>
                <a:lnTo>
                  <a:pt x="3337821" y="0"/>
                </a:lnTo>
                <a:lnTo>
                  <a:pt x="3337821" y="438089"/>
                </a:lnTo>
                <a:lnTo>
                  <a:pt x="0" y="43808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16" name="Google Shape;116;p15"/>
          <p:cNvGrpSpPr/>
          <p:nvPr/>
        </p:nvGrpSpPr>
        <p:grpSpPr>
          <a:xfrm rot="-5400000">
            <a:off x="-6824772" y="3910612"/>
            <a:ext cx="11958230" cy="2037834"/>
            <a:chOff x="0" y="-28575"/>
            <a:chExt cx="3149472" cy="536710"/>
          </a:xfrm>
        </p:grpSpPr>
        <p:sp>
          <p:nvSpPr>
            <p:cNvPr id="117" name="Google Shape;117;p15"/>
            <p:cNvSpPr/>
            <p:nvPr/>
          </p:nvSpPr>
          <p:spPr>
            <a:xfrm>
              <a:off x="0" y="0"/>
              <a:ext cx="3149472" cy="508135"/>
            </a:xfrm>
            <a:custGeom>
              <a:rect b="b" l="l" r="r" t="t"/>
              <a:pathLst>
                <a:path extrusionOk="0" h="508135" w="3149472">
                  <a:moveTo>
                    <a:pt x="0" y="0"/>
                  </a:moveTo>
                  <a:lnTo>
                    <a:pt x="3149472" y="0"/>
                  </a:lnTo>
                  <a:lnTo>
                    <a:pt x="3149472" y="508135"/>
                  </a:lnTo>
                  <a:lnTo>
                    <a:pt x="0" y="508135"/>
                  </a:lnTo>
                  <a:close/>
                </a:path>
              </a:pathLst>
            </a:custGeom>
            <a:solidFill>
              <a:srgbClr val="E3C417"/>
            </a:solidFill>
            <a:ln>
              <a:noFill/>
            </a:ln>
          </p:spPr>
        </p:sp>
        <p:sp>
          <p:nvSpPr>
            <p:cNvPr id="118" name="Google Shape;118;p15"/>
            <p:cNvSpPr txBox="1"/>
            <p:nvPr/>
          </p:nvSpPr>
          <p:spPr>
            <a:xfrm>
              <a:off x="0" y="-28575"/>
              <a:ext cx="3149400" cy="536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3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9" name="Google Shape;119;p15"/>
          <p:cNvSpPr txBox="1"/>
          <p:nvPr/>
        </p:nvSpPr>
        <p:spPr>
          <a:xfrm>
            <a:off x="14008122" y="2474691"/>
            <a:ext cx="15636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60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39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Juillet 2025</a:t>
            </a:r>
            <a:endParaRPr/>
          </a:p>
        </p:txBody>
      </p:sp>
      <p:sp>
        <p:nvSpPr>
          <p:cNvPr id="120" name="Google Shape;120;p15"/>
          <p:cNvSpPr txBox="1"/>
          <p:nvPr/>
        </p:nvSpPr>
        <p:spPr>
          <a:xfrm>
            <a:off x="10300229" y="2474691"/>
            <a:ext cx="15636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60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39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Juin 2025</a:t>
            </a:r>
            <a:endParaRPr/>
          </a:p>
        </p:txBody>
      </p:sp>
      <p:sp>
        <p:nvSpPr>
          <p:cNvPr id="121" name="Google Shape;121;p15"/>
          <p:cNvSpPr txBox="1"/>
          <p:nvPr/>
        </p:nvSpPr>
        <p:spPr>
          <a:xfrm>
            <a:off x="2879395" y="4527744"/>
            <a:ext cx="125292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Mettre photo des campagnes</a:t>
            </a:r>
            <a:endParaRPr sz="1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6" name="Google Shape;126;p16"/>
          <p:cNvGrpSpPr/>
          <p:nvPr/>
        </p:nvGrpSpPr>
        <p:grpSpPr>
          <a:xfrm>
            <a:off x="2325999" y="3223524"/>
            <a:ext cx="5797990" cy="773222"/>
            <a:chOff x="0" y="-57150"/>
            <a:chExt cx="4607064" cy="614400"/>
          </a:xfrm>
        </p:grpSpPr>
        <p:sp>
          <p:nvSpPr>
            <p:cNvPr id="127" name="Google Shape;127;p16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C107"/>
            </a:solidFill>
            <a:ln>
              <a:noFill/>
            </a:ln>
          </p:spPr>
        </p:sp>
        <p:sp>
          <p:nvSpPr>
            <p:cNvPr id="128" name="Google Shape;128;p16"/>
            <p:cNvSpPr txBox="1"/>
            <p:nvPr/>
          </p:nvSpPr>
          <p:spPr>
            <a:xfrm>
              <a:off x="177800" y="-57150"/>
              <a:ext cx="4353000" cy="614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300" lIns="45300" spcFirstLastPara="1" rIns="45300" wrap="square" tIns="453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604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9" name="Google Shape;129;p16"/>
          <p:cNvGrpSpPr/>
          <p:nvPr/>
        </p:nvGrpSpPr>
        <p:grpSpPr>
          <a:xfrm>
            <a:off x="2325999" y="4658557"/>
            <a:ext cx="5797990" cy="749171"/>
            <a:chOff x="0" y="-38100"/>
            <a:chExt cx="4607064" cy="595289"/>
          </a:xfrm>
        </p:grpSpPr>
        <p:sp>
          <p:nvSpPr>
            <p:cNvPr id="130" name="Google Shape;130;p16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CAF50"/>
            </a:solidFill>
            <a:ln>
              <a:noFill/>
            </a:ln>
          </p:spPr>
        </p:sp>
        <p:sp>
          <p:nvSpPr>
            <p:cNvPr id="131" name="Google Shape;131;p16"/>
            <p:cNvSpPr txBox="1"/>
            <p:nvPr/>
          </p:nvSpPr>
          <p:spPr>
            <a:xfrm>
              <a:off x="177800" y="-38100"/>
              <a:ext cx="4353000" cy="595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300" lIns="45300" spcFirstLastPara="1" rIns="45300" wrap="square" tIns="453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604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32" name="Google Shape;132;p16"/>
          <p:cNvSpPr/>
          <p:nvPr/>
        </p:nvSpPr>
        <p:spPr>
          <a:xfrm>
            <a:off x="2765935" y="3392693"/>
            <a:ext cx="507332" cy="507332"/>
          </a:xfrm>
          <a:custGeom>
            <a:rect b="b" l="l" r="r" t="t"/>
            <a:pathLst>
              <a:path extrusionOk="0" h="568439" w="568439">
                <a:moveTo>
                  <a:pt x="0" y="0"/>
                </a:moveTo>
                <a:lnTo>
                  <a:pt x="568439" y="0"/>
                </a:lnTo>
                <a:lnTo>
                  <a:pt x="568439" y="568439"/>
                </a:lnTo>
                <a:lnTo>
                  <a:pt x="0" y="56843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33" name="Google Shape;133;p16"/>
          <p:cNvSpPr/>
          <p:nvPr/>
        </p:nvSpPr>
        <p:spPr>
          <a:xfrm>
            <a:off x="2979121" y="4726862"/>
            <a:ext cx="627926" cy="554144"/>
          </a:xfrm>
          <a:custGeom>
            <a:rect b="b" l="l" r="r" t="t"/>
            <a:pathLst>
              <a:path extrusionOk="0" h="620890" w="703558">
                <a:moveTo>
                  <a:pt x="0" y="0"/>
                </a:moveTo>
                <a:lnTo>
                  <a:pt x="703558" y="0"/>
                </a:lnTo>
                <a:lnTo>
                  <a:pt x="703558" y="620890"/>
                </a:lnTo>
                <a:lnTo>
                  <a:pt x="0" y="62089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34" name="Google Shape;134;p16"/>
          <p:cNvSpPr txBox="1"/>
          <p:nvPr/>
        </p:nvSpPr>
        <p:spPr>
          <a:xfrm>
            <a:off x="3303231" y="3427973"/>
            <a:ext cx="41346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7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19" u="sng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Diffusion totale des publicités</a:t>
            </a:r>
            <a:endParaRPr sz="1248"/>
          </a:p>
        </p:txBody>
      </p:sp>
      <p:sp>
        <p:nvSpPr>
          <p:cNvPr id="135" name="Google Shape;135;p16"/>
          <p:cNvSpPr txBox="1"/>
          <p:nvPr/>
        </p:nvSpPr>
        <p:spPr>
          <a:xfrm>
            <a:off x="2879420" y="716319"/>
            <a:ext cx="12529200" cy="123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0" u="none" cap="none" strike="noStrike">
                <a:solidFill>
                  <a:srgbClr val="FFFFFF"/>
                </a:solidFill>
                <a:latin typeface="Allerta Stencil"/>
                <a:ea typeface="Allerta Stencil"/>
                <a:cs typeface="Allerta Stencil"/>
                <a:sym typeface="Allerta Stencil"/>
              </a:rPr>
              <a:t>ÉTAT RÉCAPITULATIF</a:t>
            </a:r>
            <a:endParaRPr/>
          </a:p>
        </p:txBody>
      </p:sp>
      <p:sp>
        <p:nvSpPr>
          <p:cNvPr id="136" name="Google Shape;136;p16"/>
          <p:cNvSpPr txBox="1"/>
          <p:nvPr/>
        </p:nvSpPr>
        <p:spPr>
          <a:xfrm>
            <a:off x="3303217" y="4905249"/>
            <a:ext cx="43443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3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18" u="sng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Achats média GOOGLE</a:t>
            </a:r>
            <a:endParaRPr sz="1248"/>
          </a:p>
        </p:txBody>
      </p:sp>
      <p:grpSp>
        <p:nvGrpSpPr>
          <p:cNvPr id="137" name="Google Shape;137;p16"/>
          <p:cNvGrpSpPr/>
          <p:nvPr/>
        </p:nvGrpSpPr>
        <p:grpSpPr>
          <a:xfrm>
            <a:off x="2216926" y="6033692"/>
            <a:ext cx="5756066" cy="767631"/>
            <a:chOff x="0" y="-57150"/>
            <a:chExt cx="4607064" cy="614400"/>
          </a:xfrm>
        </p:grpSpPr>
        <p:sp>
          <p:nvSpPr>
            <p:cNvPr id="138" name="Google Shape;138;p16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3A9F4"/>
            </a:solidFill>
            <a:ln>
              <a:noFill/>
            </a:ln>
          </p:spPr>
        </p:sp>
        <p:sp>
          <p:nvSpPr>
            <p:cNvPr id="139" name="Google Shape;139;p16"/>
            <p:cNvSpPr txBox="1"/>
            <p:nvPr/>
          </p:nvSpPr>
          <p:spPr>
            <a:xfrm>
              <a:off x="177800" y="-57150"/>
              <a:ext cx="4353000" cy="614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300" lIns="45300" spcFirstLastPara="1" rIns="45300" wrap="square" tIns="453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604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40" name="Google Shape;140;p16"/>
          <p:cNvSpPr/>
          <p:nvPr/>
        </p:nvSpPr>
        <p:spPr>
          <a:xfrm>
            <a:off x="2765935" y="6175231"/>
            <a:ext cx="623334" cy="550091"/>
          </a:xfrm>
          <a:custGeom>
            <a:rect b="b" l="l" r="r" t="t"/>
            <a:pathLst>
              <a:path extrusionOk="0" h="616349" w="698413">
                <a:moveTo>
                  <a:pt x="0" y="0"/>
                </a:moveTo>
                <a:lnTo>
                  <a:pt x="698413" y="0"/>
                </a:lnTo>
                <a:lnTo>
                  <a:pt x="698413" y="616350"/>
                </a:lnTo>
                <a:lnTo>
                  <a:pt x="0" y="61635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1" name="Google Shape;141;p16"/>
          <p:cNvSpPr txBox="1"/>
          <p:nvPr/>
        </p:nvSpPr>
        <p:spPr>
          <a:xfrm>
            <a:off x="3077255" y="6243959"/>
            <a:ext cx="4416300" cy="32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27" u="sng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Achats média META</a:t>
            </a:r>
            <a:endParaRPr sz="1248"/>
          </a:p>
        </p:txBody>
      </p:sp>
      <p:sp>
        <p:nvSpPr>
          <p:cNvPr id="142" name="Google Shape;142;p16"/>
          <p:cNvSpPr/>
          <p:nvPr/>
        </p:nvSpPr>
        <p:spPr>
          <a:xfrm>
            <a:off x="-1283469" y="-7771098"/>
            <a:ext cx="22228579" cy="10252932"/>
          </a:xfrm>
          <a:custGeom>
            <a:rect b="b" l="l" r="r" t="t"/>
            <a:pathLst>
              <a:path extrusionOk="0" h="10252932" w="22228579">
                <a:moveTo>
                  <a:pt x="0" y="0"/>
                </a:moveTo>
                <a:lnTo>
                  <a:pt x="22228580" y="0"/>
                </a:lnTo>
                <a:lnTo>
                  <a:pt x="22228580" y="10252933"/>
                </a:lnTo>
                <a:lnTo>
                  <a:pt x="0" y="1025293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 amt="23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3" name="Google Shape;143;p16"/>
          <p:cNvSpPr/>
          <p:nvPr/>
        </p:nvSpPr>
        <p:spPr>
          <a:xfrm>
            <a:off x="14789897" y="9754804"/>
            <a:ext cx="3337820" cy="438089"/>
          </a:xfrm>
          <a:custGeom>
            <a:rect b="b" l="l" r="r" t="t"/>
            <a:pathLst>
              <a:path extrusionOk="0" h="438089" w="3337820">
                <a:moveTo>
                  <a:pt x="0" y="0"/>
                </a:moveTo>
                <a:lnTo>
                  <a:pt x="3337821" y="0"/>
                </a:lnTo>
                <a:lnTo>
                  <a:pt x="3337821" y="438089"/>
                </a:lnTo>
                <a:lnTo>
                  <a:pt x="0" y="43808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44" name="Google Shape;144;p16"/>
          <p:cNvGrpSpPr/>
          <p:nvPr/>
        </p:nvGrpSpPr>
        <p:grpSpPr>
          <a:xfrm rot="-5400000">
            <a:off x="-6824772" y="3910612"/>
            <a:ext cx="11958230" cy="2037834"/>
            <a:chOff x="0" y="-28575"/>
            <a:chExt cx="3149472" cy="536710"/>
          </a:xfrm>
        </p:grpSpPr>
        <p:sp>
          <p:nvSpPr>
            <p:cNvPr id="145" name="Google Shape;145;p16"/>
            <p:cNvSpPr/>
            <p:nvPr/>
          </p:nvSpPr>
          <p:spPr>
            <a:xfrm>
              <a:off x="0" y="0"/>
              <a:ext cx="3149472" cy="508135"/>
            </a:xfrm>
            <a:custGeom>
              <a:rect b="b" l="l" r="r" t="t"/>
              <a:pathLst>
                <a:path extrusionOk="0" h="508135" w="3149472">
                  <a:moveTo>
                    <a:pt x="0" y="0"/>
                  </a:moveTo>
                  <a:lnTo>
                    <a:pt x="3149472" y="0"/>
                  </a:lnTo>
                  <a:lnTo>
                    <a:pt x="3149472" y="508135"/>
                  </a:lnTo>
                  <a:lnTo>
                    <a:pt x="0" y="508135"/>
                  </a:lnTo>
                  <a:close/>
                </a:path>
              </a:pathLst>
            </a:custGeom>
            <a:solidFill>
              <a:srgbClr val="E3C417"/>
            </a:solidFill>
            <a:ln>
              <a:noFill/>
            </a:ln>
          </p:spPr>
        </p:sp>
        <p:sp>
          <p:nvSpPr>
            <p:cNvPr id="146" name="Google Shape;146;p16"/>
            <p:cNvSpPr txBox="1"/>
            <p:nvPr/>
          </p:nvSpPr>
          <p:spPr>
            <a:xfrm>
              <a:off x="0" y="-28575"/>
              <a:ext cx="3149400" cy="536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3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47" name="Google Shape;147;p16"/>
          <p:cNvSpPr/>
          <p:nvPr/>
        </p:nvSpPr>
        <p:spPr>
          <a:xfrm rot="-2991871">
            <a:off x="16244780" y="528036"/>
            <a:ext cx="971994" cy="870888"/>
          </a:xfrm>
          <a:custGeom>
            <a:rect b="b" l="l" r="r" t="t"/>
            <a:pathLst>
              <a:path extrusionOk="0" h="870344" w="971387">
                <a:moveTo>
                  <a:pt x="0" y="0"/>
                </a:moveTo>
                <a:lnTo>
                  <a:pt x="971387" y="0"/>
                </a:lnTo>
                <a:lnTo>
                  <a:pt x="971387" y="870344"/>
                </a:lnTo>
                <a:lnTo>
                  <a:pt x="0" y="87034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-2140" t="0"/>
            </a:stretch>
          </a:blipFill>
          <a:ln>
            <a:noFill/>
          </a:ln>
        </p:spPr>
      </p:sp>
      <p:sp>
        <p:nvSpPr>
          <p:cNvPr id="148" name="Google Shape;148;p16"/>
          <p:cNvSpPr/>
          <p:nvPr/>
        </p:nvSpPr>
        <p:spPr>
          <a:xfrm rot="-7996595">
            <a:off x="16812912" y="1143422"/>
            <a:ext cx="971394" cy="531598"/>
          </a:xfrm>
          <a:custGeom>
            <a:rect b="b" l="l" r="r" t="t"/>
            <a:pathLst>
              <a:path extrusionOk="0" h="532002" w="972132">
                <a:moveTo>
                  <a:pt x="0" y="0"/>
                </a:moveTo>
                <a:lnTo>
                  <a:pt x="972132" y="0"/>
                </a:lnTo>
                <a:lnTo>
                  <a:pt x="972132" y="532002"/>
                </a:lnTo>
                <a:lnTo>
                  <a:pt x="0" y="53200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cxnSp>
        <p:nvCxnSpPr>
          <p:cNvPr id="149" name="Google Shape;149;p16"/>
          <p:cNvCxnSpPr/>
          <p:nvPr/>
        </p:nvCxnSpPr>
        <p:spPr>
          <a:xfrm rot="10800000">
            <a:off x="12538222" y="3223537"/>
            <a:ext cx="0" cy="5982600"/>
          </a:xfrm>
          <a:prstGeom prst="straightConnector1">
            <a:avLst/>
          </a:prstGeom>
          <a:noFill/>
          <a:ln cap="flat" cmpd="sng" w="19050">
            <a:solidFill>
              <a:srgbClr val="FFC107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150" name="Google Shape;150;p16"/>
          <p:cNvSpPr txBox="1"/>
          <p:nvPr/>
        </p:nvSpPr>
        <p:spPr>
          <a:xfrm>
            <a:off x="12746886" y="4806012"/>
            <a:ext cx="3473100" cy="67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59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839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{{couG}} </a:t>
            </a:r>
            <a:r>
              <a:rPr b="0" i="0" lang="en-US" sz="4393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€</a:t>
            </a:r>
            <a:endParaRPr sz="1248"/>
          </a:p>
        </p:txBody>
      </p:sp>
      <p:sp>
        <p:nvSpPr>
          <p:cNvPr id="151" name="Google Shape;151;p16"/>
          <p:cNvSpPr txBox="1"/>
          <p:nvPr/>
        </p:nvSpPr>
        <p:spPr>
          <a:xfrm>
            <a:off x="12677014" y="6202115"/>
            <a:ext cx="3473100" cy="67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60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871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{{couM}}</a:t>
            </a:r>
            <a:r>
              <a:rPr b="0" i="0" lang="en-US" sz="4368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€</a:t>
            </a:r>
            <a:endParaRPr sz="1248"/>
          </a:p>
        </p:txBody>
      </p:sp>
      <p:sp>
        <p:nvSpPr>
          <p:cNvPr id="152" name="Google Shape;152;p16"/>
          <p:cNvSpPr txBox="1"/>
          <p:nvPr/>
        </p:nvSpPr>
        <p:spPr>
          <a:xfrm>
            <a:off x="14008122" y="2474691"/>
            <a:ext cx="15636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60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39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Juillet 2025</a:t>
            </a:r>
            <a:endParaRPr/>
          </a:p>
        </p:txBody>
      </p:sp>
      <p:sp>
        <p:nvSpPr>
          <p:cNvPr id="153" name="Google Shape;153;p16"/>
          <p:cNvSpPr txBox="1"/>
          <p:nvPr/>
        </p:nvSpPr>
        <p:spPr>
          <a:xfrm>
            <a:off x="10300229" y="2474691"/>
            <a:ext cx="15636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60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39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Juin 2025</a:t>
            </a:r>
            <a:endParaRPr/>
          </a:p>
        </p:txBody>
      </p:sp>
      <p:sp>
        <p:nvSpPr>
          <p:cNvPr id="154" name="Google Shape;154;p16"/>
          <p:cNvSpPr txBox="1"/>
          <p:nvPr/>
        </p:nvSpPr>
        <p:spPr>
          <a:xfrm>
            <a:off x="12677014" y="3427962"/>
            <a:ext cx="3473100" cy="60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18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{{diffAll}}</a:t>
            </a:r>
            <a:endParaRPr sz="1248"/>
          </a:p>
        </p:txBody>
      </p:sp>
      <p:sp>
        <p:nvSpPr>
          <p:cNvPr id="155" name="Google Shape;155;p16"/>
          <p:cNvSpPr txBox="1"/>
          <p:nvPr/>
        </p:nvSpPr>
        <p:spPr>
          <a:xfrm>
            <a:off x="12661428" y="2545700"/>
            <a:ext cx="3473100" cy="29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2123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{{MoisFR}}</a:t>
            </a:r>
            <a:endParaRPr sz="2123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92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56" name="Google Shape;156;p16"/>
          <p:cNvSpPr txBox="1"/>
          <p:nvPr/>
        </p:nvSpPr>
        <p:spPr>
          <a:xfrm>
            <a:off x="8536839" y="2545700"/>
            <a:ext cx="2918100" cy="29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2123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{{MoisAvantFR}}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92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57" name="Google Shape;157;p16"/>
          <p:cNvSpPr txBox="1"/>
          <p:nvPr/>
        </p:nvSpPr>
        <p:spPr>
          <a:xfrm>
            <a:off x="8567600" y="4722595"/>
            <a:ext cx="2918100" cy="67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59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839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{{couGL}} </a:t>
            </a:r>
            <a:r>
              <a:rPr b="0" i="0" lang="en-US" sz="4393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€</a:t>
            </a:r>
            <a:endParaRPr sz="1248"/>
          </a:p>
        </p:txBody>
      </p:sp>
      <p:sp>
        <p:nvSpPr>
          <p:cNvPr id="158" name="Google Shape;158;p16"/>
          <p:cNvSpPr txBox="1"/>
          <p:nvPr/>
        </p:nvSpPr>
        <p:spPr>
          <a:xfrm>
            <a:off x="8567600" y="3344549"/>
            <a:ext cx="2918100" cy="60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18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{{diffAllL}}</a:t>
            </a:r>
            <a:endParaRPr sz="1248"/>
          </a:p>
        </p:txBody>
      </p:sp>
      <p:sp>
        <p:nvSpPr>
          <p:cNvPr id="159" name="Google Shape;159;p16"/>
          <p:cNvSpPr txBox="1"/>
          <p:nvPr/>
        </p:nvSpPr>
        <p:spPr>
          <a:xfrm>
            <a:off x="8567600" y="6118700"/>
            <a:ext cx="3066000" cy="67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60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871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{{couML}}</a:t>
            </a:r>
            <a:r>
              <a:rPr b="0" i="0" lang="en-US" sz="4368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€</a:t>
            </a:r>
            <a:endParaRPr sz="1248"/>
          </a:p>
        </p:txBody>
      </p:sp>
      <p:grpSp>
        <p:nvGrpSpPr>
          <p:cNvPr id="160" name="Google Shape;160;p16"/>
          <p:cNvGrpSpPr/>
          <p:nvPr/>
        </p:nvGrpSpPr>
        <p:grpSpPr>
          <a:xfrm>
            <a:off x="2177401" y="7492817"/>
            <a:ext cx="5756066" cy="767631"/>
            <a:chOff x="0" y="-57150"/>
            <a:chExt cx="4607064" cy="614400"/>
          </a:xfrm>
        </p:grpSpPr>
        <p:sp>
          <p:nvSpPr>
            <p:cNvPr id="161" name="Google Shape;161;p16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3A9F4"/>
            </a:solidFill>
            <a:ln>
              <a:noFill/>
            </a:ln>
          </p:spPr>
        </p:sp>
        <p:sp>
          <p:nvSpPr>
            <p:cNvPr id="162" name="Google Shape;162;p16"/>
            <p:cNvSpPr txBox="1"/>
            <p:nvPr/>
          </p:nvSpPr>
          <p:spPr>
            <a:xfrm>
              <a:off x="177800" y="-57150"/>
              <a:ext cx="4353000" cy="614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300" lIns="45300" spcFirstLastPara="1" rIns="45300" wrap="square" tIns="453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604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63" name="Google Shape;163;p16"/>
          <p:cNvSpPr/>
          <p:nvPr/>
        </p:nvSpPr>
        <p:spPr>
          <a:xfrm>
            <a:off x="2726410" y="7634356"/>
            <a:ext cx="623334" cy="550091"/>
          </a:xfrm>
          <a:custGeom>
            <a:rect b="b" l="l" r="r" t="t"/>
            <a:pathLst>
              <a:path extrusionOk="0" h="616349" w="698413">
                <a:moveTo>
                  <a:pt x="0" y="0"/>
                </a:moveTo>
                <a:lnTo>
                  <a:pt x="698413" y="0"/>
                </a:lnTo>
                <a:lnTo>
                  <a:pt x="698413" y="616350"/>
                </a:lnTo>
                <a:lnTo>
                  <a:pt x="0" y="61635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64" name="Google Shape;164;p16"/>
          <p:cNvSpPr txBox="1"/>
          <p:nvPr/>
        </p:nvSpPr>
        <p:spPr>
          <a:xfrm>
            <a:off x="3037730" y="7703084"/>
            <a:ext cx="4416300" cy="32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27" u="sng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Formulaires</a:t>
            </a:r>
            <a:endParaRPr sz="1248"/>
          </a:p>
        </p:txBody>
      </p:sp>
      <p:sp>
        <p:nvSpPr>
          <p:cNvPr id="165" name="Google Shape;165;p16"/>
          <p:cNvSpPr txBox="1"/>
          <p:nvPr/>
        </p:nvSpPr>
        <p:spPr>
          <a:xfrm>
            <a:off x="12637489" y="7661240"/>
            <a:ext cx="3473100" cy="67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60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871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?</a:t>
            </a:r>
            <a:endParaRPr sz="1248"/>
          </a:p>
        </p:txBody>
      </p:sp>
      <p:sp>
        <p:nvSpPr>
          <p:cNvPr id="166" name="Google Shape;166;p16"/>
          <p:cNvSpPr txBox="1"/>
          <p:nvPr/>
        </p:nvSpPr>
        <p:spPr>
          <a:xfrm>
            <a:off x="8528075" y="7577820"/>
            <a:ext cx="2918100" cy="60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60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871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?</a:t>
            </a:r>
            <a:endParaRPr sz="1248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7"/>
          <p:cNvSpPr txBox="1"/>
          <p:nvPr/>
        </p:nvSpPr>
        <p:spPr>
          <a:xfrm>
            <a:off x="3948986" y="697660"/>
            <a:ext cx="11895646" cy="1228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0" u="none" cap="none" strike="noStrike">
                <a:solidFill>
                  <a:srgbClr val="FFFFFF"/>
                </a:solidFill>
                <a:latin typeface="Allerta Stencil"/>
                <a:ea typeface="Allerta Stencil"/>
                <a:cs typeface="Allerta Stencil"/>
                <a:sym typeface="Allerta Stencil"/>
              </a:rPr>
              <a:t>DÉTAILS META ADS</a:t>
            </a:r>
            <a:endParaRPr/>
          </a:p>
        </p:txBody>
      </p:sp>
      <p:sp>
        <p:nvSpPr>
          <p:cNvPr id="172" name="Google Shape;172;p17"/>
          <p:cNvSpPr/>
          <p:nvPr/>
        </p:nvSpPr>
        <p:spPr>
          <a:xfrm>
            <a:off x="14789897" y="9754804"/>
            <a:ext cx="3337820" cy="438089"/>
          </a:xfrm>
          <a:custGeom>
            <a:rect b="b" l="l" r="r" t="t"/>
            <a:pathLst>
              <a:path extrusionOk="0" h="438089" w="3337820">
                <a:moveTo>
                  <a:pt x="0" y="0"/>
                </a:moveTo>
                <a:lnTo>
                  <a:pt x="3337821" y="0"/>
                </a:lnTo>
                <a:lnTo>
                  <a:pt x="3337821" y="438089"/>
                </a:lnTo>
                <a:lnTo>
                  <a:pt x="0" y="43808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73" name="Google Shape;173;p17"/>
          <p:cNvGrpSpPr/>
          <p:nvPr/>
        </p:nvGrpSpPr>
        <p:grpSpPr>
          <a:xfrm rot="-5400000">
            <a:off x="-6824740" y="3910659"/>
            <a:ext cx="11958151" cy="2037819"/>
            <a:chOff x="0" y="-28575"/>
            <a:chExt cx="3149472" cy="536710"/>
          </a:xfrm>
        </p:grpSpPr>
        <p:sp>
          <p:nvSpPr>
            <p:cNvPr id="174" name="Google Shape;174;p17"/>
            <p:cNvSpPr/>
            <p:nvPr/>
          </p:nvSpPr>
          <p:spPr>
            <a:xfrm>
              <a:off x="0" y="0"/>
              <a:ext cx="3149472" cy="508135"/>
            </a:xfrm>
            <a:custGeom>
              <a:rect b="b" l="l" r="r" t="t"/>
              <a:pathLst>
                <a:path extrusionOk="0" h="508135" w="3149472">
                  <a:moveTo>
                    <a:pt x="0" y="0"/>
                  </a:moveTo>
                  <a:lnTo>
                    <a:pt x="3149472" y="0"/>
                  </a:lnTo>
                  <a:lnTo>
                    <a:pt x="3149472" y="508135"/>
                  </a:lnTo>
                  <a:lnTo>
                    <a:pt x="0" y="508135"/>
                  </a:lnTo>
                  <a:close/>
                </a:path>
              </a:pathLst>
            </a:custGeom>
            <a:solidFill>
              <a:srgbClr val="E3C417"/>
            </a:solidFill>
            <a:ln>
              <a:noFill/>
            </a:ln>
          </p:spPr>
        </p:sp>
        <p:sp>
          <p:nvSpPr>
            <p:cNvPr id="175" name="Google Shape;175;p17"/>
            <p:cNvSpPr txBox="1"/>
            <p:nvPr/>
          </p:nvSpPr>
          <p:spPr>
            <a:xfrm>
              <a:off x="0" y="-28575"/>
              <a:ext cx="3149472" cy="5367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3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76" name="Google Shape;176;p17"/>
          <p:cNvGrpSpPr/>
          <p:nvPr/>
        </p:nvGrpSpPr>
        <p:grpSpPr>
          <a:xfrm>
            <a:off x="2640087" y="3364846"/>
            <a:ext cx="6503913" cy="867279"/>
            <a:chOff x="0" y="-57150"/>
            <a:chExt cx="4607064" cy="614339"/>
          </a:xfrm>
        </p:grpSpPr>
        <p:sp>
          <p:nvSpPr>
            <p:cNvPr id="177" name="Google Shape;177;p17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C107"/>
            </a:solidFill>
            <a:ln>
              <a:noFill/>
            </a:ln>
          </p:spPr>
        </p:sp>
        <p:sp>
          <p:nvSpPr>
            <p:cNvPr id="178" name="Google Shape;178;p17"/>
            <p:cNvSpPr txBox="1"/>
            <p:nvPr/>
          </p:nvSpPr>
          <p:spPr>
            <a:xfrm>
              <a:off x="177800" y="-57150"/>
              <a:ext cx="4353064" cy="61433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79" name="Google Shape;179;p17"/>
          <p:cNvGrpSpPr/>
          <p:nvPr/>
        </p:nvGrpSpPr>
        <p:grpSpPr>
          <a:xfrm>
            <a:off x="2640087" y="4564645"/>
            <a:ext cx="6503913" cy="867279"/>
            <a:chOff x="0" y="-57150"/>
            <a:chExt cx="4607064" cy="614339"/>
          </a:xfrm>
        </p:grpSpPr>
        <p:sp>
          <p:nvSpPr>
            <p:cNvPr id="180" name="Google Shape;180;p17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9800"/>
            </a:solidFill>
            <a:ln>
              <a:noFill/>
            </a:ln>
          </p:spPr>
        </p:sp>
        <p:sp>
          <p:nvSpPr>
            <p:cNvPr id="181" name="Google Shape;181;p17"/>
            <p:cNvSpPr txBox="1"/>
            <p:nvPr/>
          </p:nvSpPr>
          <p:spPr>
            <a:xfrm>
              <a:off x="177800" y="-57150"/>
              <a:ext cx="4353064" cy="61433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82" name="Google Shape;182;p17"/>
          <p:cNvSpPr/>
          <p:nvPr/>
        </p:nvSpPr>
        <p:spPr>
          <a:xfrm>
            <a:off x="3056595" y="4813618"/>
            <a:ext cx="334871" cy="445012"/>
          </a:xfrm>
          <a:custGeom>
            <a:rect b="b" l="l" r="r" t="t"/>
            <a:pathLst>
              <a:path extrusionOk="0" h="445012" w="334871">
                <a:moveTo>
                  <a:pt x="0" y="0"/>
                </a:moveTo>
                <a:lnTo>
                  <a:pt x="334871" y="0"/>
                </a:lnTo>
                <a:lnTo>
                  <a:pt x="334871" y="445012"/>
                </a:lnTo>
                <a:lnTo>
                  <a:pt x="0" y="44501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83" name="Google Shape;183;p17"/>
          <p:cNvSpPr/>
          <p:nvPr/>
        </p:nvSpPr>
        <p:spPr>
          <a:xfrm>
            <a:off x="2971687" y="3554605"/>
            <a:ext cx="568439" cy="568439"/>
          </a:xfrm>
          <a:custGeom>
            <a:rect b="b" l="l" r="r" t="t"/>
            <a:pathLst>
              <a:path extrusionOk="0" h="568439" w="568439">
                <a:moveTo>
                  <a:pt x="0" y="0"/>
                </a:moveTo>
                <a:lnTo>
                  <a:pt x="568439" y="0"/>
                </a:lnTo>
                <a:lnTo>
                  <a:pt x="568439" y="568440"/>
                </a:lnTo>
                <a:lnTo>
                  <a:pt x="0" y="56844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84" name="Google Shape;184;p17"/>
          <p:cNvSpPr txBox="1"/>
          <p:nvPr/>
        </p:nvSpPr>
        <p:spPr>
          <a:xfrm>
            <a:off x="3540126" y="4800075"/>
            <a:ext cx="5325448" cy="4054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3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64" u="sng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Total des clics </a:t>
            </a:r>
            <a:endParaRPr/>
          </a:p>
        </p:txBody>
      </p:sp>
      <p:sp>
        <p:nvSpPr>
          <p:cNvPr id="185" name="Google Shape;185;p17"/>
          <p:cNvSpPr txBox="1"/>
          <p:nvPr/>
        </p:nvSpPr>
        <p:spPr>
          <a:xfrm>
            <a:off x="3573237" y="3600276"/>
            <a:ext cx="5023807" cy="4054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7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65" u="sng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Impressions Meta ADS</a:t>
            </a:r>
            <a:endParaRPr/>
          </a:p>
        </p:txBody>
      </p:sp>
      <p:grpSp>
        <p:nvGrpSpPr>
          <p:cNvPr id="186" name="Google Shape;186;p17"/>
          <p:cNvGrpSpPr/>
          <p:nvPr/>
        </p:nvGrpSpPr>
        <p:grpSpPr>
          <a:xfrm>
            <a:off x="2483434" y="7196966"/>
            <a:ext cx="6456348" cy="860936"/>
            <a:chOff x="0" y="-57150"/>
            <a:chExt cx="4607064" cy="614339"/>
          </a:xfrm>
        </p:grpSpPr>
        <p:sp>
          <p:nvSpPr>
            <p:cNvPr id="187" name="Google Shape;187;p17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3A9F4"/>
            </a:solidFill>
            <a:ln>
              <a:noFill/>
            </a:ln>
          </p:spPr>
        </p:sp>
        <p:sp>
          <p:nvSpPr>
            <p:cNvPr id="188" name="Google Shape;188;p17"/>
            <p:cNvSpPr txBox="1"/>
            <p:nvPr/>
          </p:nvSpPr>
          <p:spPr>
            <a:xfrm>
              <a:off x="177800" y="-57150"/>
              <a:ext cx="4353064" cy="61433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89" name="Google Shape;189;p17"/>
          <p:cNvSpPr/>
          <p:nvPr/>
        </p:nvSpPr>
        <p:spPr>
          <a:xfrm>
            <a:off x="3189724" y="7359304"/>
            <a:ext cx="698413" cy="616349"/>
          </a:xfrm>
          <a:custGeom>
            <a:rect b="b" l="l" r="r" t="t"/>
            <a:pathLst>
              <a:path extrusionOk="0" h="616349" w="698413">
                <a:moveTo>
                  <a:pt x="0" y="0"/>
                </a:moveTo>
                <a:lnTo>
                  <a:pt x="698413" y="0"/>
                </a:lnTo>
                <a:lnTo>
                  <a:pt x="698413" y="616350"/>
                </a:lnTo>
                <a:lnTo>
                  <a:pt x="0" y="61635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90" name="Google Shape;190;p17"/>
          <p:cNvSpPr txBox="1"/>
          <p:nvPr/>
        </p:nvSpPr>
        <p:spPr>
          <a:xfrm>
            <a:off x="3805716" y="7435896"/>
            <a:ext cx="5134066" cy="4121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86" u="sng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Coût par clic Moyen </a:t>
            </a:r>
            <a:endParaRPr/>
          </a:p>
        </p:txBody>
      </p:sp>
      <p:cxnSp>
        <p:nvCxnSpPr>
          <p:cNvPr id="191" name="Google Shape;191;p17"/>
          <p:cNvCxnSpPr/>
          <p:nvPr/>
        </p:nvCxnSpPr>
        <p:spPr>
          <a:xfrm rot="10800000">
            <a:off x="12727897" y="3335078"/>
            <a:ext cx="0" cy="5982609"/>
          </a:xfrm>
          <a:prstGeom prst="straightConnector1">
            <a:avLst/>
          </a:prstGeom>
          <a:noFill/>
          <a:ln cap="flat" cmpd="sng" w="19050">
            <a:solidFill>
              <a:srgbClr val="FFC107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192" name="Google Shape;192;p17"/>
          <p:cNvSpPr/>
          <p:nvPr/>
        </p:nvSpPr>
        <p:spPr>
          <a:xfrm rot="-2989933">
            <a:off x="16244731" y="528729"/>
            <a:ext cx="971387" cy="870344"/>
          </a:xfrm>
          <a:custGeom>
            <a:rect b="b" l="l" r="r" t="t"/>
            <a:pathLst>
              <a:path extrusionOk="0" h="870344" w="971387">
                <a:moveTo>
                  <a:pt x="0" y="0"/>
                </a:moveTo>
                <a:lnTo>
                  <a:pt x="971387" y="0"/>
                </a:lnTo>
                <a:lnTo>
                  <a:pt x="971387" y="870344"/>
                </a:lnTo>
                <a:lnTo>
                  <a:pt x="0" y="87034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-2141" t="0"/>
            </a:stretch>
          </a:blipFill>
          <a:ln>
            <a:noFill/>
          </a:ln>
        </p:spPr>
      </p:sp>
      <p:sp>
        <p:nvSpPr>
          <p:cNvPr id="193" name="Google Shape;193;p17"/>
          <p:cNvSpPr/>
          <p:nvPr/>
        </p:nvSpPr>
        <p:spPr>
          <a:xfrm rot="-7994788">
            <a:off x="16812719" y="1142739"/>
            <a:ext cx="972132" cy="532002"/>
          </a:xfrm>
          <a:custGeom>
            <a:rect b="b" l="l" r="r" t="t"/>
            <a:pathLst>
              <a:path extrusionOk="0" h="532002" w="972132">
                <a:moveTo>
                  <a:pt x="0" y="0"/>
                </a:moveTo>
                <a:lnTo>
                  <a:pt x="972132" y="0"/>
                </a:lnTo>
                <a:lnTo>
                  <a:pt x="972132" y="532002"/>
                </a:lnTo>
                <a:lnTo>
                  <a:pt x="0" y="53200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94" name="Google Shape;194;p17"/>
          <p:cNvSpPr txBox="1"/>
          <p:nvPr/>
        </p:nvSpPr>
        <p:spPr>
          <a:xfrm>
            <a:off x="13077411" y="2466237"/>
            <a:ext cx="17124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23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Juillet 2025</a:t>
            </a:r>
            <a:endParaRPr/>
          </a:p>
        </p:txBody>
      </p:sp>
      <p:sp>
        <p:nvSpPr>
          <p:cNvPr id="195" name="Google Shape;195;p17"/>
          <p:cNvSpPr txBox="1"/>
          <p:nvPr/>
        </p:nvSpPr>
        <p:spPr>
          <a:xfrm>
            <a:off x="13286650" y="3373225"/>
            <a:ext cx="3817500" cy="7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5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38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{{imM}}</a:t>
            </a:r>
            <a:endParaRPr sz="4938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96" name="Google Shape;196;p17"/>
          <p:cNvSpPr txBox="1"/>
          <p:nvPr/>
        </p:nvSpPr>
        <p:spPr>
          <a:xfrm>
            <a:off x="13286650" y="4594600"/>
            <a:ext cx="3817500" cy="7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5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38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{{cliM}}</a:t>
            </a:r>
            <a:endParaRPr sz="4938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97" name="Google Shape;197;p17"/>
          <p:cNvSpPr txBox="1"/>
          <p:nvPr/>
        </p:nvSpPr>
        <p:spPr>
          <a:xfrm>
            <a:off x="13314025" y="7220575"/>
            <a:ext cx="3817500" cy="7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5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38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{{cpcM}} €</a:t>
            </a:r>
            <a:endParaRPr sz="4938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98" name="Google Shape;198;p17"/>
          <p:cNvSpPr txBox="1"/>
          <p:nvPr/>
        </p:nvSpPr>
        <p:spPr>
          <a:xfrm>
            <a:off x="13286650" y="5944750"/>
            <a:ext cx="3817500" cy="7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5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38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{{ctrM}}</a:t>
            </a:r>
            <a:endParaRPr sz="4938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99" name="Google Shape;199;p17"/>
          <p:cNvSpPr txBox="1"/>
          <p:nvPr/>
        </p:nvSpPr>
        <p:spPr>
          <a:xfrm>
            <a:off x="9296400" y="2466237"/>
            <a:ext cx="17124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23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Juin 2025</a:t>
            </a:r>
            <a:endParaRPr/>
          </a:p>
        </p:txBody>
      </p:sp>
      <p:sp>
        <p:nvSpPr>
          <p:cNvPr id="200" name="Google Shape;200;p17"/>
          <p:cNvSpPr txBox="1"/>
          <p:nvPr/>
        </p:nvSpPr>
        <p:spPr>
          <a:xfrm>
            <a:off x="9505650" y="3373225"/>
            <a:ext cx="3006600" cy="86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5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38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{{imML}}</a:t>
            </a:r>
            <a:endParaRPr sz="4938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01" name="Google Shape;201;p17"/>
          <p:cNvSpPr txBox="1"/>
          <p:nvPr/>
        </p:nvSpPr>
        <p:spPr>
          <a:xfrm>
            <a:off x="9505650" y="4594600"/>
            <a:ext cx="3006600" cy="84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5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38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{{cliML}}</a:t>
            </a:r>
            <a:endParaRPr sz="4938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02" name="Google Shape;202;p17"/>
          <p:cNvSpPr txBox="1"/>
          <p:nvPr/>
        </p:nvSpPr>
        <p:spPr>
          <a:xfrm>
            <a:off x="9296400" y="7220575"/>
            <a:ext cx="3337800" cy="86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5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38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{{cpcML}}</a:t>
            </a:r>
            <a:r>
              <a:rPr lang="en-US" sz="4938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 €</a:t>
            </a:r>
            <a:endParaRPr sz="4938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03" name="Google Shape;203;p17"/>
          <p:cNvSpPr txBox="1"/>
          <p:nvPr/>
        </p:nvSpPr>
        <p:spPr>
          <a:xfrm>
            <a:off x="9505650" y="5944750"/>
            <a:ext cx="3006600" cy="86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5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38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{{ctrML}}</a:t>
            </a:r>
            <a:endParaRPr sz="4938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grpSp>
        <p:nvGrpSpPr>
          <p:cNvPr id="204" name="Google Shape;204;p17"/>
          <p:cNvGrpSpPr/>
          <p:nvPr/>
        </p:nvGrpSpPr>
        <p:grpSpPr>
          <a:xfrm>
            <a:off x="2605780" y="5902011"/>
            <a:ext cx="6503913" cy="840386"/>
            <a:chOff x="0" y="-38100"/>
            <a:chExt cx="4607064" cy="595289"/>
          </a:xfrm>
        </p:grpSpPr>
        <p:sp>
          <p:nvSpPr>
            <p:cNvPr id="205" name="Google Shape;205;p17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02386"/>
            </a:solidFill>
            <a:ln>
              <a:noFill/>
            </a:ln>
          </p:spPr>
        </p:sp>
        <p:sp>
          <p:nvSpPr>
            <p:cNvPr id="206" name="Google Shape;206;p17"/>
            <p:cNvSpPr txBox="1"/>
            <p:nvPr/>
          </p:nvSpPr>
          <p:spPr>
            <a:xfrm>
              <a:off x="177800" y="-38100"/>
              <a:ext cx="4353064" cy="59528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07" name="Google Shape;207;p17"/>
          <p:cNvSpPr/>
          <p:nvPr/>
        </p:nvSpPr>
        <p:spPr>
          <a:xfrm>
            <a:off x="3189724" y="6038652"/>
            <a:ext cx="703558" cy="620890"/>
          </a:xfrm>
          <a:custGeom>
            <a:rect b="b" l="l" r="r" t="t"/>
            <a:pathLst>
              <a:path extrusionOk="0" h="620890" w="703558">
                <a:moveTo>
                  <a:pt x="0" y="0"/>
                </a:moveTo>
                <a:lnTo>
                  <a:pt x="703558" y="0"/>
                </a:lnTo>
                <a:lnTo>
                  <a:pt x="703558" y="620891"/>
                </a:lnTo>
                <a:lnTo>
                  <a:pt x="0" y="62089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08" name="Google Shape;208;p17"/>
          <p:cNvSpPr txBox="1"/>
          <p:nvPr/>
        </p:nvSpPr>
        <p:spPr>
          <a:xfrm>
            <a:off x="3689920" y="6089968"/>
            <a:ext cx="4872817" cy="4054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3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64" u="sng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CTR</a:t>
            </a:r>
            <a:endParaRPr/>
          </a:p>
        </p:txBody>
      </p:sp>
      <p:sp>
        <p:nvSpPr>
          <p:cNvPr id="209" name="Google Shape;209;p17"/>
          <p:cNvSpPr/>
          <p:nvPr/>
        </p:nvSpPr>
        <p:spPr>
          <a:xfrm>
            <a:off x="2971687" y="643938"/>
            <a:ext cx="1801462" cy="1801462"/>
          </a:xfrm>
          <a:custGeom>
            <a:rect b="b" l="l" r="r" t="t"/>
            <a:pathLst>
              <a:path extrusionOk="0" h="1801462" w="1801462">
                <a:moveTo>
                  <a:pt x="0" y="0"/>
                </a:moveTo>
                <a:lnTo>
                  <a:pt x="1801462" y="0"/>
                </a:lnTo>
                <a:lnTo>
                  <a:pt x="1801462" y="1801463"/>
                </a:lnTo>
                <a:lnTo>
                  <a:pt x="0" y="180146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10" name="Google Shape;210;p17"/>
          <p:cNvSpPr txBox="1"/>
          <p:nvPr/>
        </p:nvSpPr>
        <p:spPr>
          <a:xfrm>
            <a:off x="13314020" y="2838600"/>
            <a:ext cx="33378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2123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{{MoisFR}}</a:t>
            </a:r>
            <a:endParaRPr sz="2123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23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11" name="Google Shape;211;p17"/>
          <p:cNvSpPr txBox="1"/>
          <p:nvPr/>
        </p:nvSpPr>
        <p:spPr>
          <a:xfrm>
            <a:off x="9505650" y="2838600"/>
            <a:ext cx="30066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2123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{{MoisAvantFR}}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23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18"/>
          <p:cNvSpPr txBox="1"/>
          <p:nvPr/>
        </p:nvSpPr>
        <p:spPr>
          <a:xfrm>
            <a:off x="3948986" y="697660"/>
            <a:ext cx="11895646" cy="1228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0" u="none" cap="none" strike="noStrike">
                <a:solidFill>
                  <a:srgbClr val="FFFFFF"/>
                </a:solidFill>
                <a:latin typeface="Allerta Stencil"/>
                <a:ea typeface="Allerta Stencil"/>
                <a:cs typeface="Allerta Stencil"/>
                <a:sym typeface="Allerta Stencil"/>
              </a:rPr>
              <a:t>DÉTAILS GOOGLE ADS</a:t>
            </a:r>
            <a:endParaRPr/>
          </a:p>
        </p:txBody>
      </p:sp>
      <p:sp>
        <p:nvSpPr>
          <p:cNvPr id="217" name="Google Shape;217;p18"/>
          <p:cNvSpPr/>
          <p:nvPr/>
        </p:nvSpPr>
        <p:spPr>
          <a:xfrm>
            <a:off x="14789897" y="9754804"/>
            <a:ext cx="3337820" cy="438089"/>
          </a:xfrm>
          <a:custGeom>
            <a:rect b="b" l="l" r="r" t="t"/>
            <a:pathLst>
              <a:path extrusionOk="0" h="438089" w="3337820">
                <a:moveTo>
                  <a:pt x="0" y="0"/>
                </a:moveTo>
                <a:lnTo>
                  <a:pt x="3337821" y="0"/>
                </a:lnTo>
                <a:lnTo>
                  <a:pt x="3337821" y="438089"/>
                </a:lnTo>
                <a:lnTo>
                  <a:pt x="0" y="43808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218" name="Google Shape;218;p18"/>
          <p:cNvGrpSpPr/>
          <p:nvPr/>
        </p:nvGrpSpPr>
        <p:grpSpPr>
          <a:xfrm rot="-5400000">
            <a:off x="-6824740" y="3910659"/>
            <a:ext cx="11958151" cy="2037819"/>
            <a:chOff x="0" y="-28575"/>
            <a:chExt cx="3149472" cy="536710"/>
          </a:xfrm>
        </p:grpSpPr>
        <p:sp>
          <p:nvSpPr>
            <p:cNvPr id="219" name="Google Shape;219;p18"/>
            <p:cNvSpPr/>
            <p:nvPr/>
          </p:nvSpPr>
          <p:spPr>
            <a:xfrm>
              <a:off x="0" y="0"/>
              <a:ext cx="3149472" cy="508135"/>
            </a:xfrm>
            <a:custGeom>
              <a:rect b="b" l="l" r="r" t="t"/>
              <a:pathLst>
                <a:path extrusionOk="0" h="508135" w="3149472">
                  <a:moveTo>
                    <a:pt x="0" y="0"/>
                  </a:moveTo>
                  <a:lnTo>
                    <a:pt x="3149472" y="0"/>
                  </a:lnTo>
                  <a:lnTo>
                    <a:pt x="3149472" y="508135"/>
                  </a:lnTo>
                  <a:lnTo>
                    <a:pt x="0" y="508135"/>
                  </a:lnTo>
                  <a:close/>
                </a:path>
              </a:pathLst>
            </a:custGeom>
            <a:solidFill>
              <a:srgbClr val="E3C417"/>
            </a:solidFill>
            <a:ln>
              <a:noFill/>
            </a:ln>
          </p:spPr>
        </p:sp>
        <p:sp>
          <p:nvSpPr>
            <p:cNvPr id="220" name="Google Shape;220;p18"/>
            <p:cNvSpPr txBox="1"/>
            <p:nvPr/>
          </p:nvSpPr>
          <p:spPr>
            <a:xfrm>
              <a:off x="0" y="-28575"/>
              <a:ext cx="3149472" cy="5367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3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21" name="Google Shape;221;p18"/>
          <p:cNvGrpSpPr/>
          <p:nvPr/>
        </p:nvGrpSpPr>
        <p:grpSpPr>
          <a:xfrm>
            <a:off x="2318390" y="3142255"/>
            <a:ext cx="6023275" cy="803187"/>
            <a:chOff x="0" y="-57150"/>
            <a:chExt cx="4607064" cy="614339"/>
          </a:xfrm>
        </p:grpSpPr>
        <p:sp>
          <p:nvSpPr>
            <p:cNvPr id="222" name="Google Shape;222;p18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C107"/>
            </a:solidFill>
            <a:ln>
              <a:noFill/>
            </a:ln>
          </p:spPr>
        </p:sp>
        <p:sp>
          <p:nvSpPr>
            <p:cNvPr id="223" name="Google Shape;223;p18"/>
            <p:cNvSpPr txBox="1"/>
            <p:nvPr/>
          </p:nvSpPr>
          <p:spPr>
            <a:xfrm>
              <a:off x="177800" y="-57150"/>
              <a:ext cx="4353064" cy="61433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7050" lIns="47050" spcFirstLastPara="1" rIns="47050" wrap="square" tIns="4705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6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24" name="Google Shape;224;p18"/>
          <p:cNvGrpSpPr/>
          <p:nvPr/>
        </p:nvGrpSpPr>
        <p:grpSpPr>
          <a:xfrm>
            <a:off x="2318390" y="4253424"/>
            <a:ext cx="6023275" cy="803187"/>
            <a:chOff x="0" y="-57150"/>
            <a:chExt cx="4607064" cy="614339"/>
          </a:xfrm>
        </p:grpSpPr>
        <p:sp>
          <p:nvSpPr>
            <p:cNvPr id="225" name="Google Shape;225;p18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9800"/>
            </a:solidFill>
            <a:ln>
              <a:noFill/>
            </a:ln>
          </p:spPr>
        </p:sp>
        <p:sp>
          <p:nvSpPr>
            <p:cNvPr id="226" name="Google Shape;226;p18"/>
            <p:cNvSpPr txBox="1"/>
            <p:nvPr/>
          </p:nvSpPr>
          <p:spPr>
            <a:xfrm>
              <a:off x="177800" y="-57150"/>
              <a:ext cx="4353064" cy="61433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7050" lIns="47050" spcFirstLastPara="1" rIns="47050" wrap="square" tIns="4705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6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27" name="Google Shape;227;p18"/>
          <p:cNvSpPr/>
          <p:nvPr/>
        </p:nvSpPr>
        <p:spPr>
          <a:xfrm>
            <a:off x="2704130" y="4484003"/>
            <a:ext cx="309756" cy="411636"/>
          </a:xfrm>
          <a:custGeom>
            <a:rect b="b" l="l" r="r" t="t"/>
            <a:pathLst>
              <a:path extrusionOk="0" h="445012" w="334871">
                <a:moveTo>
                  <a:pt x="0" y="0"/>
                </a:moveTo>
                <a:lnTo>
                  <a:pt x="334871" y="0"/>
                </a:lnTo>
                <a:lnTo>
                  <a:pt x="334871" y="445012"/>
                </a:lnTo>
                <a:lnTo>
                  <a:pt x="0" y="44501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28" name="Google Shape;228;p18"/>
          <p:cNvSpPr/>
          <p:nvPr/>
        </p:nvSpPr>
        <p:spPr>
          <a:xfrm>
            <a:off x="2625494" y="3317995"/>
            <a:ext cx="525806" cy="525806"/>
          </a:xfrm>
          <a:custGeom>
            <a:rect b="b" l="l" r="r" t="t"/>
            <a:pathLst>
              <a:path extrusionOk="0" h="568439" w="568439">
                <a:moveTo>
                  <a:pt x="0" y="0"/>
                </a:moveTo>
                <a:lnTo>
                  <a:pt x="568439" y="0"/>
                </a:lnTo>
                <a:lnTo>
                  <a:pt x="568439" y="568440"/>
                </a:lnTo>
                <a:lnTo>
                  <a:pt x="0" y="56844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29" name="Google Shape;229;p18"/>
          <p:cNvSpPr txBox="1"/>
          <p:nvPr/>
        </p:nvSpPr>
        <p:spPr>
          <a:xfrm>
            <a:off x="3151942" y="4471460"/>
            <a:ext cx="4932000" cy="32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3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96" u="sng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Total des clics en Search</a:t>
            </a:r>
            <a:endParaRPr sz="1296"/>
          </a:p>
        </p:txBody>
      </p:sp>
      <p:sp>
        <p:nvSpPr>
          <p:cNvPr id="230" name="Google Shape;230;p18"/>
          <p:cNvSpPr txBox="1"/>
          <p:nvPr/>
        </p:nvSpPr>
        <p:spPr>
          <a:xfrm>
            <a:off x="3182607" y="3360292"/>
            <a:ext cx="4652700" cy="32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7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97" u="sng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Impressions Google ADS</a:t>
            </a:r>
            <a:endParaRPr sz="1296"/>
          </a:p>
        </p:txBody>
      </p:sp>
      <p:grpSp>
        <p:nvGrpSpPr>
          <p:cNvPr id="231" name="Google Shape;231;p18"/>
          <p:cNvGrpSpPr/>
          <p:nvPr/>
        </p:nvGrpSpPr>
        <p:grpSpPr>
          <a:xfrm>
            <a:off x="2318409" y="6659476"/>
            <a:ext cx="5979508" cy="797351"/>
            <a:chOff x="0" y="-57150"/>
            <a:chExt cx="4607064" cy="614339"/>
          </a:xfrm>
        </p:grpSpPr>
        <p:sp>
          <p:nvSpPr>
            <p:cNvPr id="232" name="Google Shape;232;p18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3A9F4"/>
            </a:solidFill>
            <a:ln>
              <a:noFill/>
            </a:ln>
          </p:spPr>
        </p:sp>
        <p:sp>
          <p:nvSpPr>
            <p:cNvPr id="233" name="Google Shape;233;p18"/>
            <p:cNvSpPr txBox="1"/>
            <p:nvPr/>
          </p:nvSpPr>
          <p:spPr>
            <a:xfrm>
              <a:off x="177800" y="-57150"/>
              <a:ext cx="4353064" cy="61433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7050" lIns="47050" spcFirstLastPara="1" rIns="47050" wrap="square" tIns="4705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6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34" name="Google Shape;234;p18"/>
          <p:cNvSpPr/>
          <p:nvPr/>
        </p:nvSpPr>
        <p:spPr>
          <a:xfrm>
            <a:off x="2972525" y="6809823"/>
            <a:ext cx="646032" cy="570123"/>
          </a:xfrm>
          <a:custGeom>
            <a:rect b="b" l="l" r="r" t="t"/>
            <a:pathLst>
              <a:path extrusionOk="0" h="616349" w="698413">
                <a:moveTo>
                  <a:pt x="0" y="0"/>
                </a:moveTo>
                <a:lnTo>
                  <a:pt x="698413" y="0"/>
                </a:lnTo>
                <a:lnTo>
                  <a:pt x="698413" y="616350"/>
                </a:lnTo>
                <a:lnTo>
                  <a:pt x="0" y="61635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35" name="Google Shape;235;p18"/>
          <p:cNvSpPr txBox="1"/>
          <p:nvPr/>
        </p:nvSpPr>
        <p:spPr>
          <a:xfrm>
            <a:off x="3543013" y="6880757"/>
            <a:ext cx="4754700" cy="3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9" u="sng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Coût par clic Moyen</a:t>
            </a:r>
            <a:endParaRPr sz="1296"/>
          </a:p>
        </p:txBody>
      </p:sp>
      <p:cxnSp>
        <p:nvCxnSpPr>
          <p:cNvPr id="236" name="Google Shape;236;p18"/>
          <p:cNvCxnSpPr/>
          <p:nvPr/>
        </p:nvCxnSpPr>
        <p:spPr>
          <a:xfrm rot="10800000">
            <a:off x="11828150" y="2829825"/>
            <a:ext cx="19500" cy="7061400"/>
          </a:xfrm>
          <a:prstGeom prst="straightConnector1">
            <a:avLst/>
          </a:prstGeom>
          <a:noFill/>
          <a:ln cap="flat" cmpd="sng" w="17650">
            <a:solidFill>
              <a:srgbClr val="FFC107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237" name="Google Shape;237;p18"/>
          <p:cNvSpPr/>
          <p:nvPr/>
        </p:nvSpPr>
        <p:spPr>
          <a:xfrm rot="-2989933">
            <a:off x="16244731" y="528729"/>
            <a:ext cx="971387" cy="870344"/>
          </a:xfrm>
          <a:custGeom>
            <a:rect b="b" l="l" r="r" t="t"/>
            <a:pathLst>
              <a:path extrusionOk="0" h="870344" w="971387">
                <a:moveTo>
                  <a:pt x="0" y="0"/>
                </a:moveTo>
                <a:lnTo>
                  <a:pt x="971387" y="0"/>
                </a:lnTo>
                <a:lnTo>
                  <a:pt x="971387" y="870344"/>
                </a:lnTo>
                <a:lnTo>
                  <a:pt x="0" y="87034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-2141" t="0"/>
            </a:stretch>
          </a:blipFill>
          <a:ln>
            <a:noFill/>
          </a:ln>
        </p:spPr>
      </p:sp>
      <p:sp>
        <p:nvSpPr>
          <p:cNvPr id="238" name="Google Shape;238;p18"/>
          <p:cNvSpPr/>
          <p:nvPr/>
        </p:nvSpPr>
        <p:spPr>
          <a:xfrm rot="-7994788">
            <a:off x="16812719" y="1142739"/>
            <a:ext cx="972132" cy="532002"/>
          </a:xfrm>
          <a:custGeom>
            <a:rect b="b" l="l" r="r" t="t"/>
            <a:pathLst>
              <a:path extrusionOk="0" h="532002" w="972132">
                <a:moveTo>
                  <a:pt x="0" y="0"/>
                </a:moveTo>
                <a:lnTo>
                  <a:pt x="972132" y="0"/>
                </a:lnTo>
                <a:lnTo>
                  <a:pt x="972132" y="532002"/>
                </a:lnTo>
                <a:lnTo>
                  <a:pt x="0" y="53200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39" name="Google Shape;239;p18"/>
          <p:cNvSpPr/>
          <p:nvPr/>
        </p:nvSpPr>
        <p:spPr>
          <a:xfrm>
            <a:off x="2279350" y="500035"/>
            <a:ext cx="2521552" cy="1426350"/>
          </a:xfrm>
          <a:custGeom>
            <a:rect b="b" l="l" r="r" t="t"/>
            <a:pathLst>
              <a:path extrusionOk="0" h="1426350" w="2521552">
                <a:moveTo>
                  <a:pt x="0" y="0"/>
                </a:moveTo>
                <a:lnTo>
                  <a:pt x="2521552" y="0"/>
                </a:lnTo>
                <a:lnTo>
                  <a:pt x="2521552" y="1426350"/>
                </a:lnTo>
                <a:lnTo>
                  <a:pt x="0" y="142635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40" name="Google Shape;240;p18"/>
          <p:cNvSpPr txBox="1"/>
          <p:nvPr/>
        </p:nvSpPr>
        <p:spPr>
          <a:xfrm>
            <a:off x="12164980" y="3160201"/>
            <a:ext cx="3921900" cy="61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6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07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{{impG}}</a:t>
            </a:r>
            <a:endParaRPr sz="3988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41" name="Google Shape;241;p18"/>
          <p:cNvSpPr txBox="1"/>
          <p:nvPr/>
        </p:nvSpPr>
        <p:spPr>
          <a:xfrm>
            <a:off x="12164980" y="4325807"/>
            <a:ext cx="3921900" cy="61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6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88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{{clicsSearch}}</a:t>
            </a:r>
            <a:endParaRPr sz="4573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42" name="Google Shape;242;p18"/>
          <p:cNvSpPr txBox="1"/>
          <p:nvPr/>
        </p:nvSpPr>
        <p:spPr>
          <a:xfrm>
            <a:off x="8616675" y="1997601"/>
            <a:ext cx="1585800" cy="30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66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Juin 2025</a:t>
            </a:r>
            <a:endParaRPr sz="1296"/>
          </a:p>
        </p:txBody>
      </p:sp>
      <p:sp>
        <p:nvSpPr>
          <p:cNvPr id="243" name="Google Shape;243;p18"/>
          <p:cNvSpPr txBox="1"/>
          <p:nvPr/>
        </p:nvSpPr>
        <p:spPr>
          <a:xfrm>
            <a:off x="8670925" y="3190504"/>
            <a:ext cx="2784600" cy="70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6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07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{{impGL}}</a:t>
            </a:r>
            <a:endParaRPr sz="3988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44" name="Google Shape;244;p18"/>
          <p:cNvSpPr txBox="1"/>
          <p:nvPr/>
        </p:nvSpPr>
        <p:spPr>
          <a:xfrm>
            <a:off x="8670925" y="4321679"/>
            <a:ext cx="2784600" cy="61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6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88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{{clicsSearchL}}</a:t>
            </a:r>
            <a:endParaRPr sz="4573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45" name="Google Shape;245;p18"/>
          <p:cNvSpPr txBox="1"/>
          <p:nvPr/>
        </p:nvSpPr>
        <p:spPr>
          <a:xfrm>
            <a:off x="8957175" y="6721851"/>
            <a:ext cx="2643300" cy="70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6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88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{{cpcL}}</a:t>
            </a:r>
            <a:endParaRPr sz="4573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46" name="Google Shape;246;p18"/>
          <p:cNvSpPr txBox="1"/>
          <p:nvPr/>
        </p:nvSpPr>
        <p:spPr>
          <a:xfrm>
            <a:off x="8812075" y="5572097"/>
            <a:ext cx="2643300" cy="79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5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73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{{clicsPML}}</a:t>
            </a:r>
            <a:endParaRPr sz="4573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grpSp>
        <p:nvGrpSpPr>
          <p:cNvPr id="247" name="Google Shape;247;p18"/>
          <p:cNvGrpSpPr/>
          <p:nvPr/>
        </p:nvGrpSpPr>
        <p:grpSpPr>
          <a:xfrm>
            <a:off x="2286617" y="5491997"/>
            <a:ext cx="6023275" cy="778281"/>
            <a:chOff x="0" y="-38100"/>
            <a:chExt cx="4607064" cy="595289"/>
          </a:xfrm>
        </p:grpSpPr>
        <p:sp>
          <p:nvSpPr>
            <p:cNvPr id="248" name="Google Shape;248;p18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02386"/>
            </a:solidFill>
            <a:ln>
              <a:noFill/>
            </a:ln>
          </p:spPr>
        </p:sp>
        <p:sp>
          <p:nvSpPr>
            <p:cNvPr id="249" name="Google Shape;249;p18"/>
            <p:cNvSpPr txBox="1"/>
            <p:nvPr/>
          </p:nvSpPr>
          <p:spPr>
            <a:xfrm>
              <a:off x="177800" y="-38100"/>
              <a:ext cx="4353064" cy="59528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7050" lIns="47050" spcFirstLastPara="1" rIns="47050" wrap="square" tIns="4705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6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50" name="Google Shape;250;p18"/>
          <p:cNvSpPr/>
          <p:nvPr/>
        </p:nvSpPr>
        <p:spPr>
          <a:xfrm>
            <a:off x="2827425" y="5618542"/>
            <a:ext cx="650791" cy="574323"/>
          </a:xfrm>
          <a:custGeom>
            <a:rect b="b" l="l" r="r" t="t"/>
            <a:pathLst>
              <a:path extrusionOk="0" h="620890" w="703558">
                <a:moveTo>
                  <a:pt x="0" y="0"/>
                </a:moveTo>
                <a:lnTo>
                  <a:pt x="703558" y="0"/>
                </a:lnTo>
                <a:lnTo>
                  <a:pt x="703558" y="620891"/>
                </a:lnTo>
                <a:lnTo>
                  <a:pt x="0" y="62089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51" name="Google Shape;251;p18"/>
          <p:cNvSpPr txBox="1"/>
          <p:nvPr/>
        </p:nvSpPr>
        <p:spPr>
          <a:xfrm>
            <a:off x="3290671" y="5666067"/>
            <a:ext cx="4512900" cy="32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3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96" u="sng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Total des clics en PMax</a:t>
            </a:r>
            <a:endParaRPr sz="1296"/>
          </a:p>
        </p:txBody>
      </p:sp>
      <p:sp>
        <p:nvSpPr>
          <p:cNvPr id="252" name="Google Shape;252;p18"/>
          <p:cNvSpPr txBox="1"/>
          <p:nvPr/>
        </p:nvSpPr>
        <p:spPr>
          <a:xfrm>
            <a:off x="12192805" y="2359382"/>
            <a:ext cx="3921900" cy="30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2123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{{MoisFR}}</a:t>
            </a:r>
            <a:endParaRPr sz="2123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66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53" name="Google Shape;253;p18"/>
          <p:cNvSpPr txBox="1"/>
          <p:nvPr/>
        </p:nvSpPr>
        <p:spPr>
          <a:xfrm>
            <a:off x="8698799" y="2359382"/>
            <a:ext cx="2784600" cy="30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2123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{{MoisAvantFR}}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66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grpSp>
        <p:nvGrpSpPr>
          <p:cNvPr id="254" name="Google Shape;254;p18"/>
          <p:cNvGrpSpPr/>
          <p:nvPr/>
        </p:nvGrpSpPr>
        <p:grpSpPr>
          <a:xfrm>
            <a:off x="2318400" y="7884875"/>
            <a:ext cx="6023275" cy="778281"/>
            <a:chOff x="0" y="-38100"/>
            <a:chExt cx="4607064" cy="595289"/>
          </a:xfrm>
        </p:grpSpPr>
        <p:sp>
          <p:nvSpPr>
            <p:cNvPr id="255" name="Google Shape;255;p18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CAF50"/>
            </a:solidFill>
            <a:ln>
              <a:noFill/>
            </a:ln>
          </p:spPr>
        </p:sp>
        <p:sp>
          <p:nvSpPr>
            <p:cNvPr id="256" name="Google Shape;256;p18"/>
            <p:cNvSpPr txBox="1"/>
            <p:nvPr/>
          </p:nvSpPr>
          <p:spPr>
            <a:xfrm>
              <a:off x="177800" y="-38100"/>
              <a:ext cx="4353000" cy="595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7050" lIns="47050" spcFirstLastPara="1" rIns="47050" wrap="square" tIns="4705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6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57" name="Google Shape;257;p18"/>
          <p:cNvSpPr/>
          <p:nvPr/>
        </p:nvSpPr>
        <p:spPr>
          <a:xfrm>
            <a:off x="2859208" y="8011420"/>
            <a:ext cx="650791" cy="574323"/>
          </a:xfrm>
          <a:custGeom>
            <a:rect b="b" l="l" r="r" t="t"/>
            <a:pathLst>
              <a:path extrusionOk="0" h="620890" w="703558">
                <a:moveTo>
                  <a:pt x="0" y="0"/>
                </a:moveTo>
                <a:lnTo>
                  <a:pt x="703558" y="0"/>
                </a:lnTo>
                <a:lnTo>
                  <a:pt x="703558" y="620890"/>
                </a:lnTo>
                <a:lnTo>
                  <a:pt x="0" y="62089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58" name="Google Shape;258;p18"/>
          <p:cNvSpPr txBox="1"/>
          <p:nvPr/>
        </p:nvSpPr>
        <p:spPr>
          <a:xfrm>
            <a:off x="3322454" y="8058945"/>
            <a:ext cx="4512900" cy="32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3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96" u="sng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Coût Google ADS</a:t>
            </a:r>
            <a:endParaRPr sz="1296"/>
          </a:p>
        </p:txBody>
      </p:sp>
      <p:sp>
        <p:nvSpPr>
          <p:cNvPr id="259" name="Google Shape;259;p18"/>
          <p:cNvSpPr txBox="1"/>
          <p:nvPr/>
        </p:nvSpPr>
        <p:spPr>
          <a:xfrm>
            <a:off x="8873300" y="7895505"/>
            <a:ext cx="2754900" cy="77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59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88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{{coutGL}}</a:t>
            </a:r>
            <a:endParaRPr sz="4573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60" name="Google Shape;260;p18"/>
          <p:cNvSpPr txBox="1"/>
          <p:nvPr/>
        </p:nvSpPr>
        <p:spPr>
          <a:xfrm>
            <a:off x="12164980" y="5598670"/>
            <a:ext cx="3921900" cy="61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6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88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{{clicsPM}}</a:t>
            </a:r>
            <a:endParaRPr sz="4573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61" name="Google Shape;261;p18"/>
          <p:cNvSpPr txBox="1"/>
          <p:nvPr/>
        </p:nvSpPr>
        <p:spPr>
          <a:xfrm>
            <a:off x="12192805" y="6743807"/>
            <a:ext cx="3921900" cy="61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6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88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{{cpc}}</a:t>
            </a:r>
            <a:endParaRPr sz="4573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62" name="Google Shape;262;p18"/>
          <p:cNvSpPr txBox="1"/>
          <p:nvPr/>
        </p:nvSpPr>
        <p:spPr>
          <a:xfrm>
            <a:off x="12192805" y="7977545"/>
            <a:ext cx="3921900" cy="61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6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88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{{coutG}}</a:t>
            </a:r>
            <a:endParaRPr sz="4573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7" name="Google Shape;267;p19"/>
          <p:cNvGrpSpPr/>
          <p:nvPr/>
        </p:nvGrpSpPr>
        <p:grpSpPr>
          <a:xfrm>
            <a:off x="3036136" y="3863169"/>
            <a:ext cx="6762709" cy="873825"/>
            <a:chOff x="0" y="-38100"/>
            <a:chExt cx="4607064" cy="595289"/>
          </a:xfrm>
        </p:grpSpPr>
        <p:sp>
          <p:nvSpPr>
            <p:cNvPr id="268" name="Google Shape;268;p19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ECD00"/>
            </a:solidFill>
            <a:ln>
              <a:noFill/>
            </a:ln>
          </p:spPr>
        </p:sp>
        <p:sp>
          <p:nvSpPr>
            <p:cNvPr id="269" name="Google Shape;269;p19"/>
            <p:cNvSpPr txBox="1"/>
            <p:nvPr/>
          </p:nvSpPr>
          <p:spPr>
            <a:xfrm>
              <a:off x="177800" y="-38100"/>
              <a:ext cx="4353064" cy="59528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70" name="Google Shape;270;p19"/>
          <p:cNvSpPr/>
          <p:nvPr/>
        </p:nvSpPr>
        <p:spPr>
          <a:xfrm>
            <a:off x="3642336" y="4076094"/>
            <a:ext cx="465565" cy="451175"/>
          </a:xfrm>
          <a:custGeom>
            <a:rect b="b" l="l" r="r" t="t"/>
            <a:pathLst>
              <a:path extrusionOk="0" h="451175" w="465565">
                <a:moveTo>
                  <a:pt x="0" y="0"/>
                </a:moveTo>
                <a:lnTo>
                  <a:pt x="465565" y="0"/>
                </a:lnTo>
                <a:lnTo>
                  <a:pt x="465565" y="451175"/>
                </a:lnTo>
                <a:lnTo>
                  <a:pt x="0" y="45117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71" name="Google Shape;271;p19"/>
          <p:cNvSpPr txBox="1"/>
          <p:nvPr/>
        </p:nvSpPr>
        <p:spPr>
          <a:xfrm>
            <a:off x="4263873" y="4104857"/>
            <a:ext cx="4822200" cy="36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55" u="sng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Achat Média Total</a:t>
            </a:r>
            <a:endParaRPr/>
          </a:p>
        </p:txBody>
      </p:sp>
      <p:sp>
        <p:nvSpPr>
          <p:cNvPr id="272" name="Google Shape;272;p19"/>
          <p:cNvSpPr txBox="1"/>
          <p:nvPr/>
        </p:nvSpPr>
        <p:spPr>
          <a:xfrm>
            <a:off x="4425496" y="1019175"/>
            <a:ext cx="9437009" cy="1228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0" u="none" cap="none" strike="noStrike">
                <a:solidFill>
                  <a:srgbClr val="FFFFFF"/>
                </a:solidFill>
                <a:latin typeface="Allerta Stencil"/>
                <a:ea typeface="Allerta Stencil"/>
                <a:cs typeface="Allerta Stencil"/>
                <a:sym typeface="Allerta Stencil"/>
              </a:rPr>
              <a:t>SYNTHÈSE </a:t>
            </a:r>
            <a:endParaRPr/>
          </a:p>
        </p:txBody>
      </p:sp>
      <p:sp>
        <p:nvSpPr>
          <p:cNvPr id="273" name="Google Shape;273;p19"/>
          <p:cNvSpPr/>
          <p:nvPr/>
        </p:nvSpPr>
        <p:spPr>
          <a:xfrm>
            <a:off x="14789897" y="9754804"/>
            <a:ext cx="3337820" cy="438089"/>
          </a:xfrm>
          <a:custGeom>
            <a:rect b="b" l="l" r="r" t="t"/>
            <a:pathLst>
              <a:path extrusionOk="0" h="438089" w="3337820">
                <a:moveTo>
                  <a:pt x="0" y="0"/>
                </a:moveTo>
                <a:lnTo>
                  <a:pt x="3337821" y="0"/>
                </a:lnTo>
                <a:lnTo>
                  <a:pt x="3337821" y="438089"/>
                </a:lnTo>
                <a:lnTo>
                  <a:pt x="0" y="43808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274" name="Google Shape;274;p19"/>
          <p:cNvGrpSpPr/>
          <p:nvPr/>
        </p:nvGrpSpPr>
        <p:grpSpPr>
          <a:xfrm rot="-5400000">
            <a:off x="-6824740" y="3910659"/>
            <a:ext cx="11958151" cy="2037819"/>
            <a:chOff x="0" y="-28575"/>
            <a:chExt cx="3149472" cy="536710"/>
          </a:xfrm>
        </p:grpSpPr>
        <p:sp>
          <p:nvSpPr>
            <p:cNvPr id="275" name="Google Shape;275;p19"/>
            <p:cNvSpPr/>
            <p:nvPr/>
          </p:nvSpPr>
          <p:spPr>
            <a:xfrm>
              <a:off x="0" y="0"/>
              <a:ext cx="3149472" cy="508135"/>
            </a:xfrm>
            <a:custGeom>
              <a:rect b="b" l="l" r="r" t="t"/>
              <a:pathLst>
                <a:path extrusionOk="0" h="508135" w="3149472">
                  <a:moveTo>
                    <a:pt x="0" y="0"/>
                  </a:moveTo>
                  <a:lnTo>
                    <a:pt x="3149472" y="0"/>
                  </a:lnTo>
                  <a:lnTo>
                    <a:pt x="3149472" y="508135"/>
                  </a:lnTo>
                  <a:lnTo>
                    <a:pt x="0" y="508135"/>
                  </a:lnTo>
                  <a:close/>
                </a:path>
              </a:pathLst>
            </a:custGeom>
            <a:solidFill>
              <a:srgbClr val="E3C417"/>
            </a:solidFill>
            <a:ln>
              <a:noFill/>
            </a:ln>
          </p:spPr>
        </p:sp>
        <p:sp>
          <p:nvSpPr>
            <p:cNvPr id="276" name="Google Shape;276;p19"/>
            <p:cNvSpPr txBox="1"/>
            <p:nvPr/>
          </p:nvSpPr>
          <p:spPr>
            <a:xfrm>
              <a:off x="0" y="-28575"/>
              <a:ext cx="3149472" cy="5367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3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77" name="Google Shape;277;p19"/>
          <p:cNvSpPr/>
          <p:nvPr/>
        </p:nvSpPr>
        <p:spPr>
          <a:xfrm rot="-2989933">
            <a:off x="16244731" y="528729"/>
            <a:ext cx="971387" cy="870344"/>
          </a:xfrm>
          <a:custGeom>
            <a:rect b="b" l="l" r="r" t="t"/>
            <a:pathLst>
              <a:path extrusionOk="0" h="870344" w="971387">
                <a:moveTo>
                  <a:pt x="0" y="0"/>
                </a:moveTo>
                <a:lnTo>
                  <a:pt x="971387" y="0"/>
                </a:lnTo>
                <a:lnTo>
                  <a:pt x="971387" y="870344"/>
                </a:lnTo>
                <a:lnTo>
                  <a:pt x="0" y="87034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-2141" t="0"/>
            </a:stretch>
          </a:blipFill>
          <a:ln>
            <a:noFill/>
          </a:ln>
        </p:spPr>
      </p:sp>
      <p:sp>
        <p:nvSpPr>
          <p:cNvPr id="278" name="Google Shape;278;p19"/>
          <p:cNvSpPr/>
          <p:nvPr/>
        </p:nvSpPr>
        <p:spPr>
          <a:xfrm rot="-7994788">
            <a:off x="16812719" y="1142739"/>
            <a:ext cx="972132" cy="532002"/>
          </a:xfrm>
          <a:custGeom>
            <a:rect b="b" l="l" r="r" t="t"/>
            <a:pathLst>
              <a:path extrusionOk="0" h="532002" w="972132">
                <a:moveTo>
                  <a:pt x="0" y="0"/>
                </a:moveTo>
                <a:lnTo>
                  <a:pt x="972132" y="0"/>
                </a:lnTo>
                <a:lnTo>
                  <a:pt x="972132" y="532002"/>
                </a:lnTo>
                <a:lnTo>
                  <a:pt x="0" y="53200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cxnSp>
        <p:nvCxnSpPr>
          <p:cNvPr id="279" name="Google Shape;279;p19"/>
          <p:cNvCxnSpPr/>
          <p:nvPr/>
        </p:nvCxnSpPr>
        <p:spPr>
          <a:xfrm rot="10800000">
            <a:off x="13391900" y="3307675"/>
            <a:ext cx="27000" cy="4482900"/>
          </a:xfrm>
          <a:prstGeom prst="straightConnector1">
            <a:avLst/>
          </a:prstGeom>
          <a:noFill/>
          <a:ln cap="flat" cmpd="sng" w="19050">
            <a:solidFill>
              <a:srgbClr val="FFC107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280" name="Google Shape;280;p19"/>
          <p:cNvSpPr txBox="1"/>
          <p:nvPr/>
        </p:nvSpPr>
        <p:spPr>
          <a:xfrm>
            <a:off x="14381737" y="3372961"/>
            <a:ext cx="17124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23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Juillet 2025</a:t>
            </a:r>
            <a:endParaRPr/>
          </a:p>
        </p:txBody>
      </p:sp>
      <p:sp>
        <p:nvSpPr>
          <p:cNvPr id="281" name="Google Shape;281;p19"/>
          <p:cNvSpPr txBox="1"/>
          <p:nvPr/>
        </p:nvSpPr>
        <p:spPr>
          <a:xfrm>
            <a:off x="13900775" y="3925488"/>
            <a:ext cx="3387300" cy="6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5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43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{{couT}} €</a:t>
            </a:r>
            <a:endParaRPr sz="4976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82" name="Google Shape;282;p19"/>
          <p:cNvSpPr txBox="1"/>
          <p:nvPr/>
        </p:nvSpPr>
        <p:spPr>
          <a:xfrm>
            <a:off x="13900775" y="5288563"/>
            <a:ext cx="3387300" cy="6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5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976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83" name="Google Shape;283;p19"/>
          <p:cNvSpPr txBox="1"/>
          <p:nvPr/>
        </p:nvSpPr>
        <p:spPr>
          <a:xfrm>
            <a:off x="10122660" y="3375342"/>
            <a:ext cx="17124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23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Juin 2025</a:t>
            </a:r>
            <a:endParaRPr/>
          </a:p>
        </p:txBody>
      </p:sp>
      <p:sp>
        <p:nvSpPr>
          <p:cNvPr id="284" name="Google Shape;284;p19"/>
          <p:cNvSpPr txBox="1"/>
          <p:nvPr/>
        </p:nvSpPr>
        <p:spPr>
          <a:xfrm>
            <a:off x="10122650" y="3932638"/>
            <a:ext cx="3133200" cy="80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5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43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{{couTL}}</a:t>
            </a:r>
            <a:r>
              <a:rPr lang="en-US" sz="4343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 €</a:t>
            </a:r>
            <a:endParaRPr sz="4976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85" name="Google Shape;285;p19"/>
          <p:cNvSpPr txBox="1"/>
          <p:nvPr/>
        </p:nvSpPr>
        <p:spPr>
          <a:xfrm>
            <a:off x="10122600" y="5295713"/>
            <a:ext cx="3133200" cy="151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5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976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86" name="Google Shape;286;p19"/>
          <p:cNvSpPr txBox="1"/>
          <p:nvPr/>
        </p:nvSpPr>
        <p:spPr>
          <a:xfrm>
            <a:off x="13931020" y="3184100"/>
            <a:ext cx="30819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2123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{{MoisFR}}</a:t>
            </a:r>
            <a:endParaRPr sz="2123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23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87" name="Google Shape;287;p19"/>
          <p:cNvSpPr txBox="1"/>
          <p:nvPr/>
        </p:nvSpPr>
        <p:spPr>
          <a:xfrm>
            <a:off x="10122650" y="3184125"/>
            <a:ext cx="31332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2123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{{MoisAvantFR}}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23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grpSp>
        <p:nvGrpSpPr>
          <p:cNvPr id="288" name="Google Shape;288;p19"/>
          <p:cNvGrpSpPr/>
          <p:nvPr/>
        </p:nvGrpSpPr>
        <p:grpSpPr>
          <a:xfrm>
            <a:off x="3036136" y="5053269"/>
            <a:ext cx="6762709" cy="873825"/>
            <a:chOff x="0" y="-38100"/>
            <a:chExt cx="4607064" cy="595289"/>
          </a:xfrm>
        </p:grpSpPr>
        <p:sp>
          <p:nvSpPr>
            <p:cNvPr id="289" name="Google Shape;289;p19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9800"/>
            </a:solidFill>
            <a:ln>
              <a:noFill/>
            </a:ln>
          </p:spPr>
        </p:sp>
        <p:sp>
          <p:nvSpPr>
            <p:cNvPr id="290" name="Google Shape;290;p19"/>
            <p:cNvSpPr txBox="1"/>
            <p:nvPr/>
          </p:nvSpPr>
          <p:spPr>
            <a:xfrm>
              <a:off x="177800" y="-38100"/>
              <a:ext cx="4353000" cy="595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91" name="Google Shape;291;p19"/>
          <p:cNvSpPr/>
          <p:nvPr/>
        </p:nvSpPr>
        <p:spPr>
          <a:xfrm>
            <a:off x="3642336" y="5266194"/>
            <a:ext cx="465565" cy="451175"/>
          </a:xfrm>
          <a:custGeom>
            <a:rect b="b" l="l" r="r" t="t"/>
            <a:pathLst>
              <a:path extrusionOk="0" h="451175" w="465565">
                <a:moveTo>
                  <a:pt x="0" y="0"/>
                </a:moveTo>
                <a:lnTo>
                  <a:pt x="465565" y="0"/>
                </a:lnTo>
                <a:lnTo>
                  <a:pt x="465565" y="451175"/>
                </a:lnTo>
                <a:lnTo>
                  <a:pt x="0" y="45117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92" name="Google Shape;292;p19"/>
          <p:cNvSpPr txBox="1"/>
          <p:nvPr/>
        </p:nvSpPr>
        <p:spPr>
          <a:xfrm>
            <a:off x="4263873" y="5294957"/>
            <a:ext cx="4822200" cy="36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355" u="sng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Appels téléphoniques</a:t>
            </a:r>
            <a:endParaRPr/>
          </a:p>
        </p:txBody>
      </p:sp>
      <p:sp>
        <p:nvSpPr>
          <p:cNvPr id="293" name="Google Shape;293;p19"/>
          <p:cNvSpPr txBox="1"/>
          <p:nvPr/>
        </p:nvSpPr>
        <p:spPr>
          <a:xfrm>
            <a:off x="13900775" y="5115588"/>
            <a:ext cx="3387300" cy="6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5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43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{{appel}}</a:t>
            </a:r>
            <a:endParaRPr sz="4976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94" name="Google Shape;294;p19"/>
          <p:cNvSpPr txBox="1"/>
          <p:nvPr/>
        </p:nvSpPr>
        <p:spPr>
          <a:xfrm>
            <a:off x="10122650" y="5122738"/>
            <a:ext cx="3133200" cy="6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5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43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{{appelL}}</a:t>
            </a:r>
            <a:endParaRPr sz="4976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grpSp>
        <p:nvGrpSpPr>
          <p:cNvPr id="295" name="Google Shape;295;p19"/>
          <p:cNvGrpSpPr/>
          <p:nvPr/>
        </p:nvGrpSpPr>
        <p:grpSpPr>
          <a:xfrm>
            <a:off x="3036136" y="6229069"/>
            <a:ext cx="6762709" cy="873825"/>
            <a:chOff x="0" y="-38100"/>
            <a:chExt cx="4607064" cy="595289"/>
          </a:xfrm>
        </p:grpSpPr>
        <p:sp>
          <p:nvSpPr>
            <p:cNvPr id="296" name="Google Shape;296;p19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45F06"/>
            </a:solidFill>
            <a:ln>
              <a:noFill/>
            </a:ln>
          </p:spPr>
        </p:sp>
        <p:sp>
          <p:nvSpPr>
            <p:cNvPr id="297" name="Google Shape;297;p19"/>
            <p:cNvSpPr txBox="1"/>
            <p:nvPr/>
          </p:nvSpPr>
          <p:spPr>
            <a:xfrm>
              <a:off x="177800" y="-38100"/>
              <a:ext cx="4353000" cy="595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98" name="Google Shape;298;p19"/>
          <p:cNvSpPr/>
          <p:nvPr/>
        </p:nvSpPr>
        <p:spPr>
          <a:xfrm>
            <a:off x="3642336" y="6441994"/>
            <a:ext cx="465565" cy="451175"/>
          </a:xfrm>
          <a:custGeom>
            <a:rect b="b" l="l" r="r" t="t"/>
            <a:pathLst>
              <a:path extrusionOk="0" h="451175" w="465565">
                <a:moveTo>
                  <a:pt x="0" y="0"/>
                </a:moveTo>
                <a:lnTo>
                  <a:pt x="465565" y="0"/>
                </a:lnTo>
                <a:lnTo>
                  <a:pt x="465565" y="451175"/>
                </a:lnTo>
                <a:lnTo>
                  <a:pt x="0" y="45117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99" name="Google Shape;299;p19"/>
          <p:cNvSpPr txBox="1"/>
          <p:nvPr/>
        </p:nvSpPr>
        <p:spPr>
          <a:xfrm>
            <a:off x="4263873" y="6470757"/>
            <a:ext cx="4822200" cy="36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355" u="sng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Coût par conversion majeure</a:t>
            </a:r>
            <a:endParaRPr/>
          </a:p>
        </p:txBody>
      </p:sp>
      <p:sp>
        <p:nvSpPr>
          <p:cNvPr id="300" name="Google Shape;300;p19"/>
          <p:cNvSpPr txBox="1"/>
          <p:nvPr/>
        </p:nvSpPr>
        <p:spPr>
          <a:xfrm>
            <a:off x="13900775" y="6291388"/>
            <a:ext cx="3387300" cy="6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5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43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{{cpc}}</a:t>
            </a:r>
            <a:endParaRPr sz="4976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01" name="Google Shape;301;p19"/>
          <p:cNvSpPr txBox="1"/>
          <p:nvPr/>
        </p:nvSpPr>
        <p:spPr>
          <a:xfrm>
            <a:off x="10122650" y="6298538"/>
            <a:ext cx="3133200" cy="6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5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43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{{cpcL}}</a:t>
            </a:r>
            <a:endParaRPr sz="4976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20"/>
          <p:cNvSpPr/>
          <p:nvPr/>
        </p:nvSpPr>
        <p:spPr>
          <a:xfrm>
            <a:off x="0" y="34068"/>
            <a:ext cx="22228579" cy="10252932"/>
          </a:xfrm>
          <a:custGeom>
            <a:rect b="b" l="l" r="r" t="t"/>
            <a:pathLst>
              <a:path extrusionOk="0" h="10252932" w="22228579">
                <a:moveTo>
                  <a:pt x="0" y="0"/>
                </a:moveTo>
                <a:lnTo>
                  <a:pt x="22228579" y="0"/>
                </a:lnTo>
                <a:lnTo>
                  <a:pt x="22228579" y="10252932"/>
                </a:lnTo>
                <a:lnTo>
                  <a:pt x="0" y="1025293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23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07" name="Google Shape;307;p20"/>
          <p:cNvSpPr/>
          <p:nvPr/>
        </p:nvSpPr>
        <p:spPr>
          <a:xfrm>
            <a:off x="1875581" y="4349644"/>
            <a:ext cx="14536837" cy="1587711"/>
          </a:xfrm>
          <a:custGeom>
            <a:rect b="b" l="l" r="r" t="t"/>
            <a:pathLst>
              <a:path extrusionOk="0" h="1587711" w="14536837">
                <a:moveTo>
                  <a:pt x="0" y="0"/>
                </a:moveTo>
                <a:lnTo>
                  <a:pt x="14536838" y="0"/>
                </a:lnTo>
                <a:lnTo>
                  <a:pt x="14536838" y="1587712"/>
                </a:lnTo>
                <a:lnTo>
                  <a:pt x="0" y="158771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08" name="Google Shape;308;p20"/>
          <p:cNvSpPr/>
          <p:nvPr/>
        </p:nvSpPr>
        <p:spPr>
          <a:xfrm>
            <a:off x="14789897" y="9754804"/>
            <a:ext cx="3337820" cy="438089"/>
          </a:xfrm>
          <a:custGeom>
            <a:rect b="b" l="l" r="r" t="t"/>
            <a:pathLst>
              <a:path extrusionOk="0" h="438089" w="3337820">
                <a:moveTo>
                  <a:pt x="0" y="0"/>
                </a:moveTo>
                <a:lnTo>
                  <a:pt x="3337821" y="0"/>
                </a:lnTo>
                <a:lnTo>
                  <a:pt x="3337821" y="438089"/>
                </a:lnTo>
                <a:lnTo>
                  <a:pt x="0" y="43808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309" name="Google Shape;309;p20"/>
          <p:cNvGrpSpPr/>
          <p:nvPr/>
        </p:nvGrpSpPr>
        <p:grpSpPr>
          <a:xfrm rot="-5400000">
            <a:off x="-6824740" y="3910659"/>
            <a:ext cx="11958151" cy="2037819"/>
            <a:chOff x="0" y="-28575"/>
            <a:chExt cx="3149472" cy="536710"/>
          </a:xfrm>
        </p:grpSpPr>
        <p:sp>
          <p:nvSpPr>
            <p:cNvPr id="310" name="Google Shape;310;p20"/>
            <p:cNvSpPr/>
            <p:nvPr/>
          </p:nvSpPr>
          <p:spPr>
            <a:xfrm>
              <a:off x="0" y="0"/>
              <a:ext cx="3149472" cy="508135"/>
            </a:xfrm>
            <a:custGeom>
              <a:rect b="b" l="l" r="r" t="t"/>
              <a:pathLst>
                <a:path extrusionOk="0" h="508135" w="3149472">
                  <a:moveTo>
                    <a:pt x="0" y="0"/>
                  </a:moveTo>
                  <a:lnTo>
                    <a:pt x="3149472" y="0"/>
                  </a:lnTo>
                  <a:lnTo>
                    <a:pt x="3149472" y="508135"/>
                  </a:lnTo>
                  <a:lnTo>
                    <a:pt x="0" y="508135"/>
                  </a:lnTo>
                  <a:close/>
                </a:path>
              </a:pathLst>
            </a:custGeom>
            <a:solidFill>
              <a:srgbClr val="E3C417"/>
            </a:solidFill>
            <a:ln>
              <a:noFill/>
            </a:ln>
          </p:spPr>
        </p:sp>
        <p:sp>
          <p:nvSpPr>
            <p:cNvPr id="311" name="Google Shape;311;p20"/>
            <p:cNvSpPr txBox="1"/>
            <p:nvPr/>
          </p:nvSpPr>
          <p:spPr>
            <a:xfrm>
              <a:off x="0" y="-28575"/>
              <a:ext cx="3149472" cy="5367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3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