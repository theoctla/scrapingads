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9c0b5e0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49c0b5e0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49c0b5e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49c0b5e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Laserel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 b="1" sz="4282">
              <a:solidFill>
                <a:srgbClr val="56A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GOOGLE ADS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951" y="4187976"/>
            <a:ext cx="17178151" cy="19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META</a:t>
            </a: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 ADS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7" name="Google Shape;117;p15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9" name="Google Shape;119;p15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15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200" y="4090824"/>
            <a:ext cx="16251600" cy="21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6"/>
          <p:cNvGrpSpPr/>
          <p:nvPr/>
        </p:nvGrpSpPr>
        <p:grpSpPr>
          <a:xfrm>
            <a:off x="2325999" y="3223524"/>
            <a:ext cx="5797990" cy="773222"/>
            <a:chOff x="0" y="-57150"/>
            <a:chExt cx="4607064" cy="6144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0" name="Google Shape;130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2325999" y="4658557"/>
            <a:ext cx="5797990" cy="749171"/>
            <a:chOff x="0" y="-38100"/>
            <a:chExt cx="4607064" cy="595289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33" name="Google Shape;13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6"/>
          <p:cNvSpPr/>
          <p:nvPr/>
        </p:nvSpPr>
        <p:spPr>
          <a:xfrm>
            <a:off x="2765935" y="3392693"/>
            <a:ext cx="507332" cy="507332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6"/>
          <p:cNvSpPr/>
          <p:nvPr/>
        </p:nvSpPr>
        <p:spPr>
          <a:xfrm>
            <a:off x="2979121" y="4726862"/>
            <a:ext cx="627926" cy="554144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6"/>
          <p:cNvSpPr txBox="1"/>
          <p:nvPr/>
        </p:nvSpPr>
        <p:spPr>
          <a:xfrm>
            <a:off x="3303231" y="3427973"/>
            <a:ext cx="413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9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 sz="1248"/>
          </a:p>
        </p:txBody>
      </p:sp>
      <p:sp>
        <p:nvSpPr>
          <p:cNvPr id="137" name="Google Shape;137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303217" y="4905249"/>
            <a:ext cx="4344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8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 sz="1248"/>
          </a:p>
        </p:txBody>
      </p:sp>
      <p:grpSp>
        <p:nvGrpSpPr>
          <p:cNvPr id="139" name="Google Shape;139;p16"/>
          <p:cNvGrpSpPr/>
          <p:nvPr/>
        </p:nvGrpSpPr>
        <p:grpSpPr>
          <a:xfrm>
            <a:off x="2216926" y="6033692"/>
            <a:ext cx="5756066" cy="767631"/>
            <a:chOff x="0" y="-57150"/>
            <a:chExt cx="4607064" cy="614400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6"/>
          <p:cNvSpPr/>
          <p:nvPr/>
        </p:nvSpPr>
        <p:spPr>
          <a:xfrm>
            <a:off x="2765935" y="6175231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3077255" y="6243959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 sz="1248"/>
          </a:p>
        </p:txBody>
      </p:sp>
      <p:sp>
        <p:nvSpPr>
          <p:cNvPr id="144" name="Google Shape;144;p16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6" name="Google Shape;146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47" name="Google Shape;14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8" name="Google Shape;148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150" name="Google Shape;150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1" name="Google Shape;151;p16"/>
          <p:cNvCxnSpPr/>
          <p:nvPr/>
        </p:nvCxnSpPr>
        <p:spPr>
          <a:xfrm rot="10800000">
            <a:off x="12538222" y="322353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6"/>
          <p:cNvSpPr txBox="1"/>
          <p:nvPr/>
        </p:nvSpPr>
        <p:spPr>
          <a:xfrm>
            <a:off x="12746886" y="4806012"/>
            <a:ext cx="3473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394,68</a:t>
            </a: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53" name="Google Shape;153;p16"/>
          <p:cNvSpPr txBox="1"/>
          <p:nvPr/>
        </p:nvSpPr>
        <p:spPr>
          <a:xfrm>
            <a:off x="12677014" y="6202115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891,52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sp>
        <p:nvSpPr>
          <p:cNvPr id="154" name="Google Shape;154;p16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2677014" y="3427962"/>
            <a:ext cx="3473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163 632</a:t>
            </a:r>
            <a:endParaRPr sz="1248"/>
          </a:p>
        </p:txBody>
      </p:sp>
      <p:sp>
        <p:nvSpPr>
          <p:cNvPr id="157" name="Google Shape;157;p16"/>
          <p:cNvSpPr txBox="1"/>
          <p:nvPr/>
        </p:nvSpPr>
        <p:spPr>
          <a:xfrm>
            <a:off x="12661428" y="2545700"/>
            <a:ext cx="3473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8536839" y="2545700"/>
            <a:ext cx="2918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567600" y="4722595"/>
            <a:ext cx="2918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435,76</a:t>
            </a: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60" name="Google Shape;160;p16"/>
          <p:cNvSpPr txBox="1"/>
          <p:nvPr/>
        </p:nvSpPr>
        <p:spPr>
          <a:xfrm>
            <a:off x="8567600" y="3344549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180 211</a:t>
            </a:r>
            <a:endParaRPr sz="1248"/>
          </a:p>
        </p:txBody>
      </p:sp>
      <p:sp>
        <p:nvSpPr>
          <p:cNvPr id="161" name="Google Shape;161;p16"/>
          <p:cNvSpPr txBox="1"/>
          <p:nvPr/>
        </p:nvSpPr>
        <p:spPr>
          <a:xfrm>
            <a:off x="8567600" y="6118700"/>
            <a:ext cx="3066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936,2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grpSp>
        <p:nvGrpSpPr>
          <p:cNvPr id="162" name="Google Shape;162;p16"/>
          <p:cNvGrpSpPr/>
          <p:nvPr/>
        </p:nvGrpSpPr>
        <p:grpSpPr>
          <a:xfrm>
            <a:off x="2177401" y="7492817"/>
            <a:ext cx="5756066" cy="767631"/>
            <a:chOff x="0" y="-57150"/>
            <a:chExt cx="4607064" cy="614400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4" name="Google Shape;164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6"/>
          <p:cNvSpPr/>
          <p:nvPr/>
        </p:nvSpPr>
        <p:spPr>
          <a:xfrm>
            <a:off x="2726410" y="7634356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6"/>
          <p:cNvSpPr txBox="1"/>
          <p:nvPr/>
        </p:nvSpPr>
        <p:spPr>
          <a:xfrm>
            <a:off x="3037730" y="7703084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Objectif 10 secondes</a:t>
            </a:r>
            <a:endParaRPr sz="1248"/>
          </a:p>
        </p:txBody>
      </p:sp>
      <p:sp>
        <p:nvSpPr>
          <p:cNvPr id="167" name="Google Shape;167;p16"/>
          <p:cNvSpPr txBox="1"/>
          <p:nvPr/>
        </p:nvSpPr>
        <p:spPr>
          <a:xfrm>
            <a:off x="12637489" y="7661240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593</a:t>
            </a:r>
            <a:endParaRPr sz="1248"/>
          </a:p>
        </p:txBody>
      </p:sp>
      <p:sp>
        <p:nvSpPr>
          <p:cNvPr id="168" name="Google Shape;168;p16"/>
          <p:cNvSpPr txBox="1"/>
          <p:nvPr/>
        </p:nvSpPr>
        <p:spPr>
          <a:xfrm>
            <a:off x="8528075" y="7577820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744</a:t>
            </a:r>
            <a:endParaRPr sz="124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5" name="Google Shape;175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77" name="Google Shape;177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80" name="Google Shape;180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83" name="Google Shape;183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7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7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88" name="Google Shape;188;p17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89" name="Google Shape;18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90" name="Google Shape;190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7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7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93" name="Google Shape;193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4" name="Google Shape;194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95" name="Google Shape;195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152 695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26 002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0,03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17.03%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505650" y="3373225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177 534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9505650" y="459460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25 613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9296400" y="7220575"/>
            <a:ext cx="33378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0,04 €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9505650" y="5944750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14.43%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6" name="Google Shape;206;p17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07" name="Google Shape;20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08" name="Google Shape;20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7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7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7"/>
          <p:cNvSpPr txBox="1"/>
          <p:nvPr/>
        </p:nvSpPr>
        <p:spPr>
          <a:xfrm>
            <a:off x="13314020" y="2838600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0" name="Google Shape;220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22" name="Google Shape;222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2318390" y="3581593"/>
            <a:ext cx="6023275" cy="803187"/>
            <a:chOff x="0" y="-57150"/>
            <a:chExt cx="4607064" cy="614339"/>
          </a:xfrm>
        </p:grpSpPr>
        <p:sp>
          <p:nvSpPr>
            <p:cNvPr id="224" name="Google Shape;224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25" name="Google Shape;225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8"/>
          <p:cNvSpPr/>
          <p:nvPr/>
        </p:nvSpPr>
        <p:spPr>
          <a:xfrm>
            <a:off x="2625494" y="3757332"/>
            <a:ext cx="525806" cy="525806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8"/>
          <p:cNvSpPr txBox="1"/>
          <p:nvPr/>
        </p:nvSpPr>
        <p:spPr>
          <a:xfrm>
            <a:off x="3182607" y="3799629"/>
            <a:ext cx="4652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8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 sz="1297"/>
          </a:p>
        </p:txBody>
      </p:sp>
      <p:grpSp>
        <p:nvGrpSpPr>
          <p:cNvPr id="228" name="Google Shape;228;p18"/>
          <p:cNvGrpSpPr/>
          <p:nvPr/>
        </p:nvGrpSpPr>
        <p:grpSpPr>
          <a:xfrm>
            <a:off x="2350184" y="5985751"/>
            <a:ext cx="5979508" cy="797351"/>
            <a:chOff x="0" y="-57150"/>
            <a:chExt cx="4607064" cy="614339"/>
          </a:xfrm>
        </p:grpSpPr>
        <p:sp>
          <p:nvSpPr>
            <p:cNvPr id="229" name="Google Shape;229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30" name="Google Shape;230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8"/>
          <p:cNvSpPr/>
          <p:nvPr/>
        </p:nvSpPr>
        <p:spPr>
          <a:xfrm>
            <a:off x="3004300" y="6136098"/>
            <a:ext cx="646032" cy="570123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8"/>
          <p:cNvSpPr txBox="1"/>
          <p:nvPr/>
        </p:nvSpPr>
        <p:spPr>
          <a:xfrm>
            <a:off x="3574788" y="6207032"/>
            <a:ext cx="4754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1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 sz="1297"/>
          </a:p>
        </p:txBody>
      </p:sp>
      <p:cxnSp>
        <p:nvCxnSpPr>
          <p:cNvPr id="233" name="Google Shape;233;p18"/>
          <p:cNvCxnSpPr/>
          <p:nvPr/>
        </p:nvCxnSpPr>
        <p:spPr>
          <a:xfrm rot="10800000">
            <a:off x="11828150" y="2829825"/>
            <a:ext cx="19500" cy="7061400"/>
          </a:xfrm>
          <a:prstGeom prst="straightConnector1">
            <a:avLst/>
          </a:prstGeom>
          <a:noFill/>
          <a:ln cap="flat" cmpd="sng" w="176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4" name="Google Shape;234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5" name="Google Shape;235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8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8"/>
          <p:cNvSpPr txBox="1"/>
          <p:nvPr/>
        </p:nvSpPr>
        <p:spPr>
          <a:xfrm>
            <a:off x="12164980" y="3599538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10 937</a:t>
            </a:r>
            <a:endParaRPr sz="398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8616675" y="1997601"/>
            <a:ext cx="1585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6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 sz="1297"/>
          </a:p>
        </p:txBody>
      </p:sp>
      <p:sp>
        <p:nvSpPr>
          <p:cNvPr id="239" name="Google Shape;239;p18"/>
          <p:cNvSpPr txBox="1"/>
          <p:nvPr/>
        </p:nvSpPr>
        <p:spPr>
          <a:xfrm>
            <a:off x="8670925" y="3629842"/>
            <a:ext cx="2784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2 677</a:t>
            </a:r>
            <a:endParaRPr sz="398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8988950" y="6048126"/>
            <a:ext cx="2643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18,05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8843850" y="4898372"/>
            <a:ext cx="26433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470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2" name="Google Shape;242;p18"/>
          <p:cNvGrpSpPr/>
          <p:nvPr/>
        </p:nvGrpSpPr>
        <p:grpSpPr>
          <a:xfrm>
            <a:off x="2318392" y="4818272"/>
            <a:ext cx="6023275" cy="778281"/>
            <a:chOff x="0" y="-38100"/>
            <a:chExt cx="4607064" cy="595289"/>
          </a:xfrm>
        </p:grpSpPr>
        <p:sp>
          <p:nvSpPr>
            <p:cNvPr id="243" name="Google Shape;24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4" name="Google Shape;244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8"/>
          <p:cNvSpPr/>
          <p:nvPr/>
        </p:nvSpPr>
        <p:spPr>
          <a:xfrm>
            <a:off x="2859200" y="4944817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 txBox="1"/>
          <p:nvPr/>
        </p:nvSpPr>
        <p:spPr>
          <a:xfrm>
            <a:off x="3322446" y="4992342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PMax</a:t>
            </a:r>
            <a:endParaRPr sz="1297"/>
          </a:p>
        </p:txBody>
      </p:sp>
      <p:sp>
        <p:nvSpPr>
          <p:cNvPr id="247" name="Google Shape;247;p18"/>
          <p:cNvSpPr txBox="1"/>
          <p:nvPr/>
        </p:nvSpPr>
        <p:spPr>
          <a:xfrm>
            <a:off x="12192805" y="2359382"/>
            <a:ext cx="3921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8698799" y="2359382"/>
            <a:ext cx="2784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9" name="Google Shape;249;p18"/>
          <p:cNvGrpSpPr/>
          <p:nvPr/>
        </p:nvGrpSpPr>
        <p:grpSpPr>
          <a:xfrm>
            <a:off x="2350175" y="7211150"/>
            <a:ext cx="6023275" cy="778281"/>
            <a:chOff x="0" y="-38100"/>
            <a:chExt cx="4607064" cy="595289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1" name="Google Shape;25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8"/>
          <p:cNvSpPr/>
          <p:nvPr/>
        </p:nvSpPr>
        <p:spPr>
          <a:xfrm>
            <a:off x="2890983" y="7337695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8"/>
          <p:cNvSpPr txBox="1"/>
          <p:nvPr/>
        </p:nvSpPr>
        <p:spPr>
          <a:xfrm>
            <a:off x="3354229" y="7385220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 sz="1297"/>
          </a:p>
        </p:txBody>
      </p:sp>
      <p:sp>
        <p:nvSpPr>
          <p:cNvPr id="254" name="Google Shape;254;p18"/>
          <p:cNvSpPr txBox="1"/>
          <p:nvPr/>
        </p:nvSpPr>
        <p:spPr>
          <a:xfrm>
            <a:off x="8905075" y="7221780"/>
            <a:ext cx="2754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435,76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12196755" y="4924945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528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12224580" y="6070082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26,25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12224580" y="7303820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394,68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9"/>
          <p:cNvGrpSpPr/>
          <p:nvPr/>
        </p:nvGrpSpPr>
        <p:grpSpPr>
          <a:xfrm>
            <a:off x="3036136" y="3863169"/>
            <a:ext cx="6762709" cy="873825"/>
            <a:chOff x="0" y="-38100"/>
            <a:chExt cx="4607064" cy="595289"/>
          </a:xfrm>
        </p:grpSpPr>
        <p:sp>
          <p:nvSpPr>
            <p:cNvPr id="263" name="Google Shape;26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4" name="Google Shape;264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9"/>
          <p:cNvSpPr/>
          <p:nvPr/>
        </p:nvSpPr>
        <p:spPr>
          <a:xfrm>
            <a:off x="3642336" y="40760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9"/>
          <p:cNvSpPr txBox="1"/>
          <p:nvPr/>
        </p:nvSpPr>
        <p:spPr>
          <a:xfrm>
            <a:off x="4263873" y="41048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9" name="Google Shape;269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0" name="Google Shape;270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1" name="Google Shape;271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73" name="Google Shape;273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4" name="Google Shape;274;p19"/>
          <p:cNvCxnSpPr/>
          <p:nvPr/>
        </p:nvCxnSpPr>
        <p:spPr>
          <a:xfrm rot="10800000">
            <a:off x="13391900" y="3307675"/>
            <a:ext cx="27000" cy="44829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5" name="Google Shape;275;p19"/>
          <p:cNvSpPr txBox="1"/>
          <p:nvPr/>
        </p:nvSpPr>
        <p:spPr>
          <a:xfrm>
            <a:off x="14381737" y="3372961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13900775" y="39254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1 286,2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13900775" y="528856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10122660" y="3375342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10122650" y="3932638"/>
            <a:ext cx="3133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1 371,96 €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10122600" y="5295713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13931020" y="3184100"/>
            <a:ext cx="30819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10122650" y="318412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3" name="Google Shape;283;p19"/>
          <p:cNvGrpSpPr/>
          <p:nvPr/>
        </p:nvGrpSpPr>
        <p:grpSpPr>
          <a:xfrm>
            <a:off x="3036136" y="5053269"/>
            <a:ext cx="6762709" cy="873825"/>
            <a:chOff x="0" y="-38100"/>
            <a:chExt cx="4607064" cy="595289"/>
          </a:xfrm>
        </p:grpSpPr>
        <p:sp>
          <p:nvSpPr>
            <p:cNvPr id="284" name="Google Shape;28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85" name="Google Shape;285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9"/>
          <p:cNvSpPr/>
          <p:nvPr/>
        </p:nvSpPr>
        <p:spPr>
          <a:xfrm>
            <a:off x="3642336" y="52661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9"/>
          <p:cNvSpPr txBox="1"/>
          <p:nvPr/>
        </p:nvSpPr>
        <p:spPr>
          <a:xfrm>
            <a:off x="4263873" y="52949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3900775" y="51155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49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10122650" y="51227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76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0" name="Google Shape;290;p19"/>
          <p:cNvGrpSpPr/>
          <p:nvPr/>
        </p:nvGrpSpPr>
        <p:grpSpPr>
          <a:xfrm>
            <a:off x="3036136" y="6229069"/>
            <a:ext cx="6762709" cy="873825"/>
            <a:chOff x="0" y="-38100"/>
            <a:chExt cx="4607064" cy="595289"/>
          </a:xfrm>
        </p:grpSpPr>
        <p:sp>
          <p:nvSpPr>
            <p:cNvPr id="291" name="Google Shape;29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</p:sp>
        <p:sp>
          <p:nvSpPr>
            <p:cNvPr id="292" name="Google Shape;29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9"/>
          <p:cNvSpPr/>
          <p:nvPr/>
        </p:nvSpPr>
        <p:spPr>
          <a:xfrm>
            <a:off x="3642336" y="64419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9"/>
          <p:cNvSpPr txBox="1"/>
          <p:nvPr/>
        </p:nvSpPr>
        <p:spPr>
          <a:xfrm>
            <a:off x="4263873" y="64707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3900775" y="62913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26,25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10122650" y="62985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18,05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4" name="Google Shape;30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6" name="Google Shape;30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