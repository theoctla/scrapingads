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Anton"/>
      <p:regular r:id="rId13"/>
    </p:embeddedFont>
    <p:embeddedFont>
      <p:font typeface="Poppins"/>
      <p:bold r:id="rId14"/>
      <p:boldItalic r:id="rId15"/>
    </p:embeddedFont>
    <p:embeddedFont>
      <p:font typeface="Allerta Stencil"/>
      <p:regular r:id="rId16"/>
    </p:embeddedFont>
    <p:embeddedFont>
      <p:font typeface="DM Sans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nton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7" Type="http://schemas.openxmlformats.org/officeDocument/2006/relationships/font" Target="fonts/DMSans-bold.fntdata"/><Relationship Id="rId16" Type="http://schemas.openxmlformats.org/officeDocument/2006/relationships/font" Target="fonts/AllertaStenci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c3dae8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c3dae823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10" Type="http://schemas.openxmlformats.org/officeDocument/2006/relationships/image" Target="../media/image8.png"/><Relationship Id="rId9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10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Cuisine Plus Perpignan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7695296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7931149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8887446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9145150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785066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907080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2 752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174 053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2 770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177 787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786367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120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783703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908382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905718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2" name="Google Shape;142;p14"/>
          <p:cNvGrpSpPr/>
          <p:nvPr/>
        </p:nvGrpSpPr>
        <p:grpSpPr>
          <a:xfrm>
            <a:off x="1422976" y="6360177"/>
            <a:ext cx="6456339" cy="834238"/>
            <a:chOff x="0" y="-38100"/>
            <a:chExt cx="4607064" cy="595289"/>
          </a:xfrm>
        </p:grpSpPr>
        <p:sp>
          <p:nvSpPr>
            <p:cNvPr id="143" name="Google Shape;14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97BD"/>
            </a:solidFill>
            <a:ln>
              <a:noFill/>
            </a:ln>
          </p:spPr>
        </p:sp>
        <p:sp>
          <p:nvSpPr>
            <p:cNvPr id="144" name="Google Shape;144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4"/>
          <p:cNvSpPr txBox="1"/>
          <p:nvPr/>
        </p:nvSpPr>
        <p:spPr>
          <a:xfrm>
            <a:off x="2500400" y="656575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2159776" y="644122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4"/>
          <p:cNvSpPr txBox="1"/>
          <p:nvPr/>
        </p:nvSpPr>
        <p:spPr>
          <a:xfrm>
            <a:off x="12827140" y="65458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8855241" y="65458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7" name="Google Shape;157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1331287" y="4141860"/>
            <a:ext cx="6503792" cy="867262"/>
            <a:chOff x="0" y="-57150"/>
            <a:chExt cx="4607064" cy="614339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0" name="Google Shape;160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1331287" y="5341659"/>
            <a:ext cx="6503792" cy="867262"/>
            <a:chOff x="0" y="-57150"/>
            <a:chExt cx="4607064" cy="614339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3" name="Google Shape;16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1331280" y="8104341"/>
            <a:ext cx="6503792" cy="840369"/>
            <a:chOff x="0" y="-38100"/>
            <a:chExt cx="4607064" cy="595289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6" name="Google Shape;16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15"/>
          <p:cNvSpPr/>
          <p:nvPr/>
        </p:nvSpPr>
        <p:spPr>
          <a:xfrm>
            <a:off x="2634295" y="5613805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/>
          <p:nvPr/>
        </p:nvSpPr>
        <p:spPr>
          <a:xfrm>
            <a:off x="2071737" y="4323168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5"/>
          <p:cNvSpPr txBox="1"/>
          <p:nvPr/>
        </p:nvSpPr>
        <p:spPr>
          <a:xfrm>
            <a:off x="2231326" y="5577088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264437" y="4377289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2418020" y="835022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>
            <a:off x="1361334" y="6697116"/>
            <a:ext cx="6456339" cy="860935"/>
            <a:chOff x="0" y="-57150"/>
            <a:chExt cx="4607064" cy="614339"/>
          </a:xfrm>
        </p:grpSpPr>
        <p:sp>
          <p:nvSpPr>
            <p:cNvPr id="173" name="Google Shape;17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4" name="Google Shape;174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5"/>
          <p:cNvSpPr txBox="1"/>
          <p:nvPr/>
        </p:nvSpPr>
        <p:spPr>
          <a:xfrm>
            <a:off x="2683616" y="69360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76" name="Google Shape;176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7" name="Google Shape;177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8" name="Google Shape;178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3" name="Google Shape;183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83625" y="682721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71175" y="82197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12342062" y="4158600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1 638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342063" y="5529500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156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12528763" y="699343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608,02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12528763" y="84534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3,9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8357462" y="4158600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2 145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357472" y="5529500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8544162" y="6993438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607,14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8544163" y="8453488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3,45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6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7" name="Google Shape;207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6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6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23" name="Google Shape;22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6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29" name="Google Shape;229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172 415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2 596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864,7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175 642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2 594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958,38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17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6" name="Google Shape;246;p17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7"/>
          <p:cNvGrpSpPr/>
          <p:nvPr/>
        </p:nvGrpSpPr>
        <p:grpSpPr>
          <a:xfrm>
            <a:off x="809212" y="4058847"/>
            <a:ext cx="6503792" cy="867348"/>
            <a:chOff x="0" y="-57150"/>
            <a:chExt cx="4607064" cy="61440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09212" y="6415146"/>
            <a:ext cx="6503792" cy="867348"/>
            <a:chOff x="0" y="-57150"/>
            <a:chExt cx="4607064" cy="614400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7"/>
          <p:cNvSpPr/>
          <p:nvPr/>
        </p:nvSpPr>
        <p:spPr>
          <a:xfrm>
            <a:off x="2255458" y="6695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7"/>
          <p:cNvSpPr/>
          <p:nvPr/>
        </p:nvSpPr>
        <p:spPr>
          <a:xfrm>
            <a:off x="1717512" y="4255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7"/>
          <p:cNvSpPr txBox="1"/>
          <p:nvPr/>
        </p:nvSpPr>
        <p:spPr>
          <a:xfrm>
            <a:off x="1709251" y="6650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1742362" y="4294276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 Moyen</a:t>
            </a:r>
            <a:endParaRPr/>
          </a:p>
        </p:txBody>
      </p:sp>
      <p:cxnSp>
        <p:nvCxnSpPr>
          <p:cNvPr id="257" name="Google Shape;257;p17"/>
          <p:cNvCxnSpPr/>
          <p:nvPr/>
        </p:nvCxnSpPr>
        <p:spPr>
          <a:xfrm rot="10800000">
            <a:off x="12727897" y="333508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8" name="Google Shape;258;p17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13129263" y="415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1,51 %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13151613" y="6537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8345226" y="4159763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1,48 %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8514413" y="6537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18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274" name="Google Shape;27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75" name="Google Shape;275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8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8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79" name="Google Shape;279;p18"/>
          <p:cNvGrpSpPr/>
          <p:nvPr/>
        </p:nvGrpSpPr>
        <p:grpSpPr>
          <a:xfrm>
            <a:off x="1082551" y="5743313"/>
            <a:ext cx="6456339" cy="834238"/>
            <a:chOff x="0" y="-38100"/>
            <a:chExt cx="4607064" cy="595289"/>
          </a:xfrm>
        </p:grpSpPr>
        <p:sp>
          <p:nvSpPr>
            <p:cNvPr id="280" name="Google Shape;28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81" name="Google Shape;281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8"/>
          <p:cNvSpPr txBox="1"/>
          <p:nvPr/>
        </p:nvSpPr>
        <p:spPr>
          <a:xfrm>
            <a:off x="2052826" y="594889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283" name="Google Shape;283;p18"/>
          <p:cNvGrpSpPr/>
          <p:nvPr/>
        </p:nvGrpSpPr>
        <p:grpSpPr>
          <a:xfrm>
            <a:off x="1082549" y="7583586"/>
            <a:ext cx="6456339" cy="834238"/>
            <a:chOff x="0" y="-38100"/>
            <a:chExt cx="4607064" cy="595289"/>
          </a:xfrm>
        </p:grpSpPr>
        <p:sp>
          <p:nvSpPr>
            <p:cNvPr id="284" name="Google Shape;28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85" name="Google Shape;285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8"/>
          <p:cNvSpPr txBox="1"/>
          <p:nvPr/>
        </p:nvSpPr>
        <p:spPr>
          <a:xfrm>
            <a:off x="2001151" y="77682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8" name="Google Shape;288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0" name="Google Shape;290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92" name="Google Shape;292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3" name="Google Shape;293;p18"/>
          <p:cNvCxnSpPr/>
          <p:nvPr/>
        </p:nvCxnSpPr>
        <p:spPr>
          <a:xfrm rot="10800000">
            <a:off x="12962680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p18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1 472,72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3429728" y="5798298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608,02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13378053" y="768007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864,7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1 565,52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8140498" y="579829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607,14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8088823" y="7680069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958,38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2" name="Google Shape;302;p18"/>
          <p:cNvSpPr/>
          <p:nvPr/>
        </p:nvSpPr>
        <p:spPr>
          <a:xfrm>
            <a:off x="2052826" y="58005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>
            <a:off x="2157126" y="7679851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19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1" name="Google Shape;311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12" name="Google Shape;31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3" name="Google Shape;313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