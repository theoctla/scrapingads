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ad19051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7ad190510d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9.jp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10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LyleOO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842943"/>
            <a:ext cx="6503792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4"/>
          <p:cNvSpPr/>
          <p:nvPr/>
        </p:nvSpPr>
        <p:spPr>
          <a:xfrm>
            <a:off x="2795554" y="403270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 txBox="1"/>
          <p:nvPr/>
        </p:nvSpPr>
        <p:spPr>
          <a:xfrm>
            <a:off x="3398236" y="407227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2302084" y="6071334"/>
            <a:ext cx="6456339" cy="860935"/>
            <a:chOff x="0" y="-57150"/>
            <a:chExt cx="4607064" cy="61433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2917904" y="623009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 txBox="1"/>
          <p:nvPr/>
        </p:nvSpPr>
        <p:spPr>
          <a:xfrm>
            <a:off x="3282425" y="6360175"/>
            <a:ext cx="48693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7" name="Google Shape;117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0" name="Google Shape;120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1" name="Google Shape;121;p14"/>
          <p:cNvSpPr txBox="1"/>
          <p:nvPr/>
        </p:nvSpPr>
        <p:spPr>
          <a:xfrm>
            <a:off x="14052100" y="6166675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916,42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3929750" y="3978688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423 237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425600" y="6166675"/>
            <a:ext cx="3273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738,48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303250" y="3978688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347 998</a:t>
            </a:r>
            <a:endParaRPr/>
          </a:p>
        </p:txBody>
      </p:sp>
      <p:grpSp>
        <p:nvGrpSpPr>
          <p:cNvPr id="129" name="Google Shape;129;p14"/>
          <p:cNvGrpSpPr/>
          <p:nvPr/>
        </p:nvGrpSpPr>
        <p:grpSpPr>
          <a:xfrm>
            <a:off x="2302084" y="7929721"/>
            <a:ext cx="6503792" cy="867348"/>
            <a:chOff x="0" y="-57150"/>
            <a:chExt cx="4607064" cy="614400"/>
          </a:xfrm>
        </p:grpSpPr>
        <p:sp>
          <p:nvSpPr>
            <p:cNvPr id="130" name="Google Shape;13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1" name="Google Shape;131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4"/>
          <p:cNvSpPr/>
          <p:nvPr/>
        </p:nvSpPr>
        <p:spPr>
          <a:xfrm>
            <a:off x="2867252" y="820096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4"/>
          <p:cNvSpPr txBox="1"/>
          <p:nvPr/>
        </p:nvSpPr>
        <p:spPr>
          <a:xfrm>
            <a:off x="3150014" y="8187425"/>
            <a:ext cx="4703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13978888" y="8086663"/>
            <a:ext cx="3895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0,08 €</a:t>
            </a:r>
            <a:endParaRPr sz="492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805875" y="7984150"/>
            <a:ext cx="3864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0,08 €</a:t>
            </a:r>
            <a:endParaRPr sz="492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5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161" name="Google Shape;161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3" name="Google Shape;16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5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6" name="Google Shape;166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7" name="Google Shape;167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8" name="Google Shape;168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5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423 237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10 783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916,42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0,08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2.55%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347 998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8 730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738,48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0,08 €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2.51%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1" name="Google Shape;181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82" name="Google Shape;18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3" name="Google Shape;183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5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5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7" name="Google Shape;197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330024" y="3651300"/>
            <a:ext cx="5295359" cy="602296"/>
            <a:chOff x="0" y="-57150"/>
            <a:chExt cx="4607064" cy="61440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>
            <a:off x="784140" y="3782966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6"/>
          <p:cNvSpPr txBox="1"/>
          <p:nvPr/>
        </p:nvSpPr>
        <p:spPr>
          <a:xfrm>
            <a:off x="1233509" y="3859455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3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Facebook (Interest)</a:t>
            </a:r>
            <a:endParaRPr sz="972"/>
          </a:p>
        </p:txBody>
      </p:sp>
      <p:sp>
        <p:nvSpPr>
          <p:cNvPr id="203" name="Google Shape;203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4" name="Google Shape;204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687917" y="3681556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60 962</a:t>
            </a:r>
            <a:endParaRPr sz="342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6062372" y="3681556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53 774</a:t>
            </a:r>
            <a:endParaRPr sz="342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 txBox="1"/>
          <p:nvPr/>
        </p:nvSpPr>
        <p:spPr>
          <a:xfrm>
            <a:off x="9256268" y="284711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5941238" y="284712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8687917" y="4656934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31 220</a:t>
            </a:r>
            <a:endParaRPr sz="342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6062372" y="4656934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29 205</a:t>
            </a:r>
            <a:endParaRPr sz="342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8687917" y="6706505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30 595</a:t>
            </a:r>
            <a:endParaRPr sz="342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6062372" y="6706505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28 908</a:t>
            </a:r>
            <a:endParaRPr sz="342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8687917" y="7681883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4 734</a:t>
            </a:r>
            <a:endParaRPr sz="342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6062372" y="7681883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2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13 648</a:t>
            </a:r>
            <a:endParaRPr sz="342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2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7" name="Google Shape;217;p16" title="braces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0507326" y="6366651"/>
            <a:ext cx="2208724" cy="220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6" title="braces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0507326" y="3329988"/>
            <a:ext cx="2208724" cy="2208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6"/>
          <p:cNvGrpSpPr/>
          <p:nvPr/>
        </p:nvGrpSpPr>
        <p:grpSpPr>
          <a:xfrm>
            <a:off x="12161950" y="4174505"/>
            <a:ext cx="3736329" cy="498217"/>
            <a:chOff x="0" y="-57150"/>
            <a:chExt cx="4607064" cy="614400"/>
          </a:xfrm>
        </p:grpSpPr>
        <p:sp>
          <p:nvSpPr>
            <p:cNvPr id="220" name="Google Shape;22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21" name="Google Shape;22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75" lIns="29175" spcFirstLastPara="1" rIns="29175" wrap="square" tIns="291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3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6"/>
          <p:cNvSpPr txBox="1"/>
          <p:nvPr/>
        </p:nvSpPr>
        <p:spPr>
          <a:xfrm>
            <a:off x="12698000" y="4309744"/>
            <a:ext cx="2886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1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Budget</a:t>
            </a:r>
            <a:endParaRPr sz="804"/>
          </a:p>
        </p:txBody>
      </p:sp>
      <p:sp>
        <p:nvSpPr>
          <p:cNvPr id="223" name="Google Shape;223;p16"/>
          <p:cNvSpPr txBox="1"/>
          <p:nvPr/>
        </p:nvSpPr>
        <p:spPr>
          <a:xfrm>
            <a:off x="16259670" y="4199534"/>
            <a:ext cx="17271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226,92 €</a:t>
            </a:r>
            <a:endParaRPr sz="283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4" name="Google Shape;224;p16"/>
          <p:cNvGrpSpPr/>
          <p:nvPr/>
        </p:nvGrpSpPr>
        <p:grpSpPr>
          <a:xfrm>
            <a:off x="12161950" y="7211155"/>
            <a:ext cx="3736329" cy="498217"/>
            <a:chOff x="0" y="-57150"/>
            <a:chExt cx="4607064" cy="614400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75" lIns="29175" spcFirstLastPara="1" rIns="29175" wrap="square" tIns="291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3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 txBox="1"/>
          <p:nvPr/>
        </p:nvSpPr>
        <p:spPr>
          <a:xfrm>
            <a:off x="12698000" y="7346394"/>
            <a:ext cx="2886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1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Budget</a:t>
            </a:r>
            <a:endParaRPr sz="804"/>
          </a:p>
        </p:txBody>
      </p:sp>
      <p:sp>
        <p:nvSpPr>
          <p:cNvPr id="228" name="Google Shape;228;p16"/>
          <p:cNvSpPr txBox="1"/>
          <p:nvPr/>
        </p:nvSpPr>
        <p:spPr>
          <a:xfrm>
            <a:off x="16259670" y="7236184"/>
            <a:ext cx="17271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130,99 €</a:t>
            </a:r>
            <a:endParaRPr sz="283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9" name="Google Shape;229;p16"/>
          <p:cNvGrpSpPr/>
          <p:nvPr/>
        </p:nvGrpSpPr>
        <p:grpSpPr>
          <a:xfrm>
            <a:off x="330024" y="4619625"/>
            <a:ext cx="5295359" cy="602296"/>
            <a:chOff x="0" y="-57150"/>
            <a:chExt cx="4607064" cy="614400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784140" y="4751291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1233509" y="4827780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3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Insta  ()</a:t>
            </a:r>
            <a:endParaRPr sz="972"/>
          </a:p>
        </p:txBody>
      </p:sp>
      <p:grpSp>
        <p:nvGrpSpPr>
          <p:cNvPr id="234" name="Google Shape;234;p16"/>
          <p:cNvGrpSpPr/>
          <p:nvPr/>
        </p:nvGrpSpPr>
        <p:grpSpPr>
          <a:xfrm>
            <a:off x="330024" y="6669200"/>
            <a:ext cx="5295359" cy="602296"/>
            <a:chOff x="0" y="-57150"/>
            <a:chExt cx="4607064" cy="614400"/>
          </a:xfrm>
        </p:grpSpPr>
        <p:sp>
          <p:nvSpPr>
            <p:cNvPr id="235" name="Google Shape;23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</p:sp>
        <p:sp>
          <p:nvSpPr>
            <p:cNvPr id="236" name="Google Shape;236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6"/>
          <p:cNvSpPr/>
          <p:nvPr/>
        </p:nvSpPr>
        <p:spPr>
          <a:xfrm>
            <a:off x="784140" y="6800866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6"/>
          <p:cNvSpPr txBox="1"/>
          <p:nvPr/>
        </p:nvSpPr>
        <p:spPr>
          <a:xfrm>
            <a:off x="1233509" y="6877355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3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Facebook (Retarget)</a:t>
            </a:r>
            <a:endParaRPr sz="972"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330024" y="7644575"/>
            <a:ext cx="5295359" cy="602296"/>
            <a:chOff x="0" y="-57150"/>
            <a:chExt cx="4607064" cy="614400"/>
          </a:xfrm>
        </p:grpSpPr>
        <p:sp>
          <p:nvSpPr>
            <p:cNvPr id="240" name="Google Shape;24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</p:sp>
        <p:sp>
          <p:nvSpPr>
            <p:cNvPr id="241" name="Google Shape;24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6"/>
          <p:cNvSpPr/>
          <p:nvPr/>
        </p:nvSpPr>
        <p:spPr>
          <a:xfrm>
            <a:off x="784140" y="7776241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6"/>
          <p:cNvSpPr txBox="1"/>
          <p:nvPr/>
        </p:nvSpPr>
        <p:spPr>
          <a:xfrm>
            <a:off x="1233509" y="7852730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3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Insta ()</a:t>
            </a:r>
            <a:endParaRPr sz="972"/>
          </a:p>
        </p:txBody>
      </p:sp>
      <p:pic>
        <p:nvPicPr>
          <p:cNvPr id="244" name="Google Shape;244;p16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185000" y="4260273"/>
            <a:ext cx="326721" cy="3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58375" y="7296911"/>
            <a:ext cx="326721" cy="3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/>
          <p:nvPr/>
        </p:nvSpPr>
        <p:spPr>
          <a:xfrm>
            <a:off x="611870" y="34075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1" name="Google Shape;251;p17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7"/>
          <p:cNvSpPr/>
          <p:nvPr/>
        </p:nvSpPr>
        <p:spPr>
          <a:xfrm>
            <a:off x="3632711" y="38728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7"/>
          <p:cNvSpPr txBox="1"/>
          <p:nvPr/>
        </p:nvSpPr>
        <p:spPr>
          <a:xfrm>
            <a:off x="4254248" y="3901619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Int</a:t>
            </a: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éractions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57" name="Google Shape;257;p17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258" name="Google Shape;25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59" name="Google Shape;259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7"/>
          <p:cNvSpPr txBox="1"/>
          <p:nvPr/>
        </p:nvSpPr>
        <p:spPr>
          <a:xfrm>
            <a:off x="4098276" y="528584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</a:t>
            </a:r>
            <a:endParaRPr/>
          </a:p>
        </p:txBody>
      </p:sp>
      <p:grpSp>
        <p:nvGrpSpPr>
          <p:cNvPr id="261" name="Google Shape;261;p17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62" name="Google Shape;26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63" name="Google Shape;263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7"/>
          <p:cNvSpPr/>
          <p:nvPr/>
        </p:nvSpPr>
        <p:spPr>
          <a:xfrm>
            <a:off x="4423237" y="65248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7"/>
          <p:cNvSpPr txBox="1"/>
          <p:nvPr/>
        </p:nvSpPr>
        <p:spPr>
          <a:xfrm>
            <a:off x="4098276" y="659481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CPC</a:t>
            </a:r>
            <a:endParaRPr/>
          </a:p>
        </p:txBody>
      </p:sp>
      <p:grpSp>
        <p:nvGrpSpPr>
          <p:cNvPr id="266" name="Google Shape;266;p17"/>
          <p:cNvGrpSpPr/>
          <p:nvPr/>
        </p:nvGrpSpPr>
        <p:grpSpPr>
          <a:xfrm>
            <a:off x="3128001" y="7767065"/>
            <a:ext cx="6456348" cy="834239"/>
            <a:chOff x="0" y="-38100"/>
            <a:chExt cx="4607064" cy="595289"/>
          </a:xfrm>
        </p:grpSpPr>
        <p:sp>
          <p:nvSpPr>
            <p:cNvPr id="267" name="Google Shape;26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8" name="Google Shape;26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17"/>
          <p:cNvSpPr txBox="1"/>
          <p:nvPr/>
        </p:nvSpPr>
        <p:spPr>
          <a:xfrm>
            <a:off x="4205425" y="797264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budget Meta</a:t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4370664" y="7899128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2" name="Google Shape;272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3" name="Google Shape;273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4" name="Google Shape;274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76" name="Google Shape;27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7" name="Google Shape;277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8" name="Google Shape;278;p17"/>
          <p:cNvSpPr txBox="1"/>
          <p:nvPr/>
        </p:nvSpPr>
        <p:spPr>
          <a:xfrm>
            <a:off x="14372112" y="3169723"/>
            <a:ext cx="1712486" cy="32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127 511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13891150" y="5085325"/>
            <a:ext cx="33873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10 783</a:t>
            </a:r>
            <a:endParaRPr sz="434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13921400" y="6496300"/>
            <a:ext cx="33873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0,08 €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13891300" y="787055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916,42</a:t>
            </a:r>
            <a:r>
              <a:rPr b="0" i="0" lang="en-US" sz="497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10113025" y="3729400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125 535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9584349" y="5092475"/>
            <a:ext cx="3661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8 730</a:t>
            </a:r>
            <a:endParaRPr sz="434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17"/>
          <p:cNvSpPr txBox="1"/>
          <p:nvPr/>
        </p:nvSpPr>
        <p:spPr>
          <a:xfrm>
            <a:off x="10112975" y="6503450"/>
            <a:ext cx="3133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0,08 €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10112975" y="7877700"/>
            <a:ext cx="3133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738,48 €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7"/>
          <p:cNvSpPr txBox="1"/>
          <p:nvPr/>
        </p:nvSpPr>
        <p:spPr>
          <a:xfrm>
            <a:off x="13921394" y="2980875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10113025" y="298087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8" name="Google Shape;298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99" name="Google Shape;299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0" name="Google Shape;300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