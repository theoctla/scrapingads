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Anton"/>
      <p:regular r:id="rId11"/>
    </p:embeddedFont>
    <p:embeddedFont>
      <p:font typeface="Poppins"/>
      <p:bold r:id="rId12"/>
      <p:boldItalic r:id="rId13"/>
    </p:embeddedFont>
    <p:embeddedFont>
      <p:font typeface="Allerta Stencil"/>
      <p:regular r:id="rId14"/>
    </p:embeddedFont>
    <p:embeddedFont>
      <p:font typeface="DM Sans"/>
      <p:bold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nton-regular.fntdata"/><Relationship Id="rId10" Type="http://schemas.openxmlformats.org/officeDocument/2006/relationships/slide" Target="slides/slide5.xml"/><Relationship Id="rId13" Type="http://schemas.openxmlformats.org/officeDocument/2006/relationships/font" Target="fonts/Poppins-boldItalic.fntdata"/><Relationship Id="rId12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-bold.fntdata"/><Relationship Id="rId14" Type="http://schemas.openxmlformats.org/officeDocument/2006/relationships/font" Target="fonts/AllertaStencil-regular.fntdata"/><Relationship Id="rId16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18.jp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10" Type="http://schemas.openxmlformats.org/officeDocument/2006/relationships/image" Target="../media/image14.png"/><Relationship Id="rId9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image" Target="../media/image3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AvivA Montigny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32956" y="42593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26429" y="44491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29111" y="44887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432956" y="7020598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529095" y="7246327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2085148" y="7211447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4"/>
          <p:cNvSpPr txBox="1"/>
          <p:nvPr/>
        </p:nvSpPr>
        <p:spPr>
          <a:xfrm>
            <a:off x="12860840" y="7135683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5 053</a:t>
            </a:r>
            <a:endParaRPr sz="1263"/>
          </a:p>
        </p:txBody>
      </p:sp>
      <p:sp>
        <p:nvSpPr>
          <p:cNvPr id="125" name="Google Shape;125;p14"/>
          <p:cNvSpPr txBox="1"/>
          <p:nvPr/>
        </p:nvSpPr>
        <p:spPr>
          <a:xfrm>
            <a:off x="12757840" y="45058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99 691</a:t>
            </a:r>
            <a:endParaRPr sz="1263"/>
          </a:p>
        </p:txBody>
      </p:sp>
      <p:sp>
        <p:nvSpPr>
          <p:cNvPr id="126" name="Google Shape;126;p14"/>
          <p:cNvSpPr txBox="1"/>
          <p:nvPr/>
        </p:nvSpPr>
        <p:spPr>
          <a:xfrm>
            <a:off x="8888941" y="7135684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3 331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8785941" y="44887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98 547</a:t>
            </a:r>
            <a:endParaRPr sz="1263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4" name="Google Shape;134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35" name="Google Shape;135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36" name="Google Shape;136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15"/>
          <p:cNvGrpSpPr/>
          <p:nvPr/>
        </p:nvGrpSpPr>
        <p:grpSpPr>
          <a:xfrm>
            <a:off x="819175" y="3520722"/>
            <a:ext cx="6503792" cy="727009"/>
            <a:chOff x="0" y="-57150"/>
            <a:chExt cx="4607064" cy="614339"/>
          </a:xfrm>
        </p:grpSpPr>
        <p:sp>
          <p:nvSpPr>
            <p:cNvPr id="138" name="Google Shape;13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39" name="Google Shape;139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15"/>
          <p:cNvGrpSpPr/>
          <p:nvPr/>
        </p:nvGrpSpPr>
        <p:grpSpPr>
          <a:xfrm>
            <a:off x="819175" y="4759166"/>
            <a:ext cx="6503792" cy="727009"/>
            <a:chOff x="0" y="-57150"/>
            <a:chExt cx="4607064" cy="614339"/>
          </a:xfrm>
        </p:grpSpPr>
        <p:sp>
          <p:nvSpPr>
            <p:cNvPr id="141" name="Google Shape;14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42" name="Google Shape;142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15"/>
          <p:cNvSpPr/>
          <p:nvPr/>
        </p:nvSpPr>
        <p:spPr>
          <a:xfrm>
            <a:off x="2265423" y="4993791"/>
            <a:ext cx="334871" cy="372698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15"/>
          <p:cNvSpPr/>
          <p:nvPr/>
        </p:nvSpPr>
        <p:spPr>
          <a:xfrm>
            <a:off x="1727476" y="3685698"/>
            <a:ext cx="568439" cy="476068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15"/>
          <p:cNvSpPr txBox="1"/>
          <p:nvPr/>
        </p:nvSpPr>
        <p:spPr>
          <a:xfrm>
            <a:off x="1719215" y="4956516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1752326" y="3718072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147" name="Google Shape;147;p15"/>
          <p:cNvGrpSpPr/>
          <p:nvPr/>
        </p:nvGrpSpPr>
        <p:grpSpPr>
          <a:xfrm>
            <a:off x="842897" y="7280504"/>
            <a:ext cx="6456339" cy="721664"/>
            <a:chOff x="0" y="-57150"/>
            <a:chExt cx="4607064" cy="614339"/>
          </a:xfrm>
        </p:grpSpPr>
        <p:sp>
          <p:nvSpPr>
            <p:cNvPr id="148" name="Google Shape;14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49" name="Google Shape;149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5"/>
          <p:cNvSpPr txBox="1"/>
          <p:nvPr/>
        </p:nvSpPr>
        <p:spPr>
          <a:xfrm>
            <a:off x="2165181" y="7480785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51" name="Google Shape;151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2" name="Google Shape;152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53" name="Google Shape;153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15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56" name="Google Shape;156;p15"/>
          <p:cNvGrpSpPr/>
          <p:nvPr/>
        </p:nvGrpSpPr>
        <p:grpSpPr>
          <a:xfrm>
            <a:off x="842893" y="5997615"/>
            <a:ext cx="6503792" cy="704465"/>
            <a:chOff x="0" y="-38100"/>
            <a:chExt cx="4607064" cy="595289"/>
          </a:xfrm>
        </p:grpSpPr>
        <p:sp>
          <p:nvSpPr>
            <p:cNvPr id="157" name="Google Shape;15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58" name="Google Shape;158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15"/>
          <p:cNvSpPr/>
          <p:nvPr/>
        </p:nvSpPr>
        <p:spPr>
          <a:xfrm>
            <a:off x="2139114" y="6083099"/>
            <a:ext cx="703558" cy="519995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15"/>
          <p:cNvSpPr txBox="1"/>
          <p:nvPr/>
        </p:nvSpPr>
        <p:spPr>
          <a:xfrm>
            <a:off x="1927035" y="615517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5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64" name="Google Shape;164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40" y="7399531"/>
            <a:ext cx="609601" cy="51099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5"/>
          <p:cNvSpPr txBox="1"/>
          <p:nvPr/>
        </p:nvSpPr>
        <p:spPr>
          <a:xfrm>
            <a:off x="13139244" y="3605316"/>
            <a:ext cx="37698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99 691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13161594" y="4861689"/>
            <a:ext cx="37698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5 053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13139249" y="6038813"/>
            <a:ext cx="37698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1 117,55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13139244" y="7392615"/>
            <a:ext cx="37698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0,22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8355200" y="3605316"/>
            <a:ext cx="40635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98 547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8524387" y="4861689"/>
            <a:ext cx="37698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3 331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7994002" y="6023613"/>
            <a:ext cx="47859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1 234,19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8149249" y="7392615"/>
            <a:ext cx="44754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0,37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grpSp>
        <p:nvGrpSpPr>
          <p:cNvPr id="173" name="Google Shape;173;p15"/>
          <p:cNvGrpSpPr/>
          <p:nvPr/>
        </p:nvGrpSpPr>
        <p:grpSpPr>
          <a:xfrm>
            <a:off x="819172" y="8580604"/>
            <a:ext cx="6456339" cy="721736"/>
            <a:chOff x="0" y="-57150"/>
            <a:chExt cx="4607064" cy="614400"/>
          </a:xfrm>
        </p:grpSpPr>
        <p:sp>
          <p:nvSpPr>
            <p:cNvPr id="174" name="Google Shape;174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4545"/>
            </a:solidFill>
            <a:ln>
              <a:noFill/>
            </a:ln>
          </p:spPr>
        </p:sp>
        <p:sp>
          <p:nvSpPr>
            <p:cNvPr id="175" name="Google Shape;175;p15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5"/>
          <p:cNvSpPr txBox="1"/>
          <p:nvPr/>
        </p:nvSpPr>
        <p:spPr>
          <a:xfrm>
            <a:off x="2141456" y="8780885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 Moyen</a:t>
            </a:r>
            <a:endParaRPr/>
          </a:p>
        </p:txBody>
      </p:sp>
      <p:pic>
        <p:nvPicPr>
          <p:cNvPr id="177" name="Google Shape;177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84715" y="8699631"/>
            <a:ext cx="609601" cy="51099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5"/>
          <p:cNvSpPr txBox="1"/>
          <p:nvPr/>
        </p:nvSpPr>
        <p:spPr>
          <a:xfrm>
            <a:off x="13115519" y="8692715"/>
            <a:ext cx="37698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0,22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8125524" y="8692715"/>
            <a:ext cx="44754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3,38 %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6"/>
          <p:cNvGrpSpPr/>
          <p:nvPr/>
        </p:nvGrpSpPr>
        <p:grpSpPr>
          <a:xfrm>
            <a:off x="1144200" y="4487638"/>
            <a:ext cx="6507939" cy="873825"/>
            <a:chOff x="0" y="-38100"/>
            <a:chExt cx="4607064" cy="595289"/>
          </a:xfrm>
        </p:grpSpPr>
        <p:sp>
          <p:nvSpPr>
            <p:cNvPr id="185" name="Google Shape;18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186" name="Google Shape;186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6"/>
          <p:cNvSpPr/>
          <p:nvPr/>
        </p:nvSpPr>
        <p:spPr>
          <a:xfrm>
            <a:off x="2604786" y="4698969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16"/>
          <p:cNvSpPr txBox="1"/>
          <p:nvPr/>
        </p:nvSpPr>
        <p:spPr>
          <a:xfrm>
            <a:off x="2371948" y="472933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190" name="Google Shape;190;p16"/>
          <p:cNvGrpSpPr/>
          <p:nvPr/>
        </p:nvGrpSpPr>
        <p:grpSpPr>
          <a:xfrm>
            <a:off x="1175999" y="6354086"/>
            <a:ext cx="6456339" cy="834238"/>
            <a:chOff x="0" y="-38100"/>
            <a:chExt cx="4607064" cy="595289"/>
          </a:xfrm>
        </p:grpSpPr>
        <p:sp>
          <p:nvSpPr>
            <p:cNvPr id="191" name="Google Shape;191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92" name="Google Shape;192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16"/>
          <p:cNvSpPr txBox="1"/>
          <p:nvPr/>
        </p:nvSpPr>
        <p:spPr>
          <a:xfrm>
            <a:off x="2094601" y="653879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5" name="Google Shape;195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96" name="Google Shape;196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97" name="Google Shape;197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99" name="Google Shape;199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00" name="Google Shape;200;p16"/>
          <p:cNvCxnSpPr/>
          <p:nvPr/>
        </p:nvCxnSpPr>
        <p:spPr>
          <a:xfrm rot="10800000">
            <a:off x="12920905" y="3307565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1" name="Google Shape;201;p16"/>
          <p:cNvSpPr txBox="1"/>
          <p:nvPr/>
        </p:nvSpPr>
        <p:spPr>
          <a:xfrm>
            <a:off x="13556319" y="2980875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8950951" y="298087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13591283" y="459161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1 117,55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13471503" y="6450575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1 117,55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05" name="Google Shape;205;p16"/>
          <p:cNvSpPr txBox="1"/>
          <p:nvPr/>
        </p:nvSpPr>
        <p:spPr>
          <a:xfrm>
            <a:off x="8303653" y="4591613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1 234,19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8182273" y="6450569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1 234,19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07" name="Google Shape;207;p16"/>
          <p:cNvSpPr/>
          <p:nvPr/>
        </p:nvSpPr>
        <p:spPr>
          <a:xfrm>
            <a:off x="2250576" y="6450351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7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5" name="Google Shape;215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16" name="Google Shape;216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17" name="Google Shape;217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